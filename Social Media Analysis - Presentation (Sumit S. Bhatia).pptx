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4" r:id="rId12"/>
    <p:sldId id="269" r:id="rId13"/>
    <p:sldId id="268" r:id="rId14"/>
    <p:sldId id="270" r:id="rId15"/>
    <p:sldId id="267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1FB"/>
    <a:srgbClr val="FBEFF3"/>
    <a:srgbClr val="C2356B"/>
    <a:srgbClr val="F2994A"/>
    <a:srgbClr val="4A1D6E"/>
    <a:srgbClr val="271742"/>
    <a:srgbClr val="8856A7"/>
    <a:srgbClr val="F2D6E4"/>
    <a:srgbClr val="E8B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583FD6-79CB-4828-B154-988B7D7B2908}" v="317" dt="2026-06-19T22:26:55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76" autoAdjust="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 Bhatia" userId="ebfa2ab93ee678ab" providerId="LiveId" clId="{716141C7-0BFD-4EFC-B95A-909948F9BD5A}"/>
    <pc:docChg chg="undo custSel addSld delSld modSld sldOrd modMainMaster">
      <pc:chgData name="Sumit Bhatia" userId="ebfa2ab93ee678ab" providerId="LiveId" clId="{716141C7-0BFD-4EFC-B95A-909948F9BD5A}" dt="2026-06-19T22:31:14.669" v="4054" actId="207"/>
      <pc:docMkLst>
        <pc:docMk/>
      </pc:docMkLst>
      <pc:sldChg chg="addSp delSp modSp mod modTransition modAnim">
        <pc:chgData name="Sumit Bhatia" userId="ebfa2ab93ee678ab" providerId="LiveId" clId="{716141C7-0BFD-4EFC-B95A-909948F9BD5A}" dt="2026-06-19T22:26:55.776" v="4037"/>
        <pc:sldMkLst>
          <pc:docMk/>
          <pc:sldMk cId="0" sldId="256"/>
        </pc:sldMkLst>
        <pc:spChg chg="del mod">
          <ac:chgData name="Sumit Bhatia" userId="ebfa2ab93ee678ab" providerId="LiveId" clId="{716141C7-0BFD-4EFC-B95A-909948F9BD5A}" dt="2026-06-19T21:11:19.389" v="3233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11:21.192" v="3234" actId="47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11:22.597" v="3235" actId="478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11:23.917" v="3236" actId="478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21:13:06.906" v="3274" actId="478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21:13:08.018" v="3275" actId="478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21:13:09.171" v="3276" actId="478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21:12:56.289" v="3267" actId="478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21:12:57.651" v="3268" actId="478"/>
          <ac:spMkLst>
            <pc:docMk/>
            <pc:sldMk cId="0" sldId="256"/>
            <ac:spMk id="10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21:13:03.138" v="3271" actId="478"/>
          <ac:spMkLst>
            <pc:docMk/>
            <pc:sldMk cId="0" sldId="256"/>
            <ac:spMk id="11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21:13:05.497" v="3273" actId="478"/>
          <ac:spMkLst>
            <pc:docMk/>
            <pc:sldMk cId="0" sldId="256"/>
            <ac:spMk id="12" creationId="{00000000-0000-0000-0000-000000000000}"/>
          </ac:spMkLst>
        </pc:spChg>
        <pc:spChg chg="add del">
          <ac:chgData name="Sumit Bhatia" userId="ebfa2ab93ee678ab" providerId="LiveId" clId="{716141C7-0BFD-4EFC-B95A-909948F9BD5A}" dt="2026-06-19T21:12:59.713" v="3269" actId="478"/>
          <ac:spMkLst>
            <pc:docMk/>
            <pc:sldMk cId="0" sldId="256"/>
            <ac:spMk id="1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40:30.088" v="3556" actId="478"/>
          <ac:spMkLst>
            <pc:docMk/>
            <pc:sldMk cId="0" sldId="256"/>
            <ac:spMk id="16" creationId="{00000000-0000-0000-0000-000000000000}"/>
          </ac:spMkLst>
        </pc:spChg>
        <pc:spChg chg="mod ord">
          <ac:chgData name="Sumit Bhatia" userId="ebfa2ab93ee678ab" providerId="LiveId" clId="{716141C7-0BFD-4EFC-B95A-909948F9BD5A}" dt="2026-06-19T21:46:22.648" v="3619" actId="14100"/>
          <ac:spMkLst>
            <pc:docMk/>
            <pc:sldMk cId="0" sldId="256"/>
            <ac:spMk id="1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41:26.878" v="3566" actId="478"/>
          <ac:spMkLst>
            <pc:docMk/>
            <pc:sldMk cId="0" sldId="256"/>
            <ac:spMk id="1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41:53.853" v="3573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46:09.078" v="3618" actId="1410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46:05.001" v="3617" actId="14100"/>
          <ac:spMkLst>
            <pc:docMk/>
            <pc:sldMk cId="0" sldId="256"/>
            <ac:spMk id="21" creationId="{ACE94BFC-15DB-D682-1602-090CD3E4EF2D}"/>
          </ac:spMkLst>
        </pc:spChg>
        <pc:spChg chg="add mod ord">
          <ac:chgData name="Sumit Bhatia" userId="ebfa2ab93ee678ab" providerId="LiveId" clId="{716141C7-0BFD-4EFC-B95A-909948F9BD5A}" dt="2026-06-19T21:49:50.833" v="3647" actId="1076"/>
          <ac:spMkLst>
            <pc:docMk/>
            <pc:sldMk cId="0" sldId="256"/>
            <ac:spMk id="25" creationId="{DF376B6A-318E-ADBD-1EA0-0D9CD295D5F8}"/>
          </ac:spMkLst>
        </pc:spChg>
        <pc:picChg chg="add del mod">
          <ac:chgData name="Sumit Bhatia" userId="ebfa2ab93ee678ab" providerId="LiveId" clId="{716141C7-0BFD-4EFC-B95A-909948F9BD5A}" dt="2026-06-19T21:13:04.723" v="3272" actId="478"/>
          <ac:picMkLst>
            <pc:docMk/>
            <pc:sldMk cId="0" sldId="256"/>
            <ac:picMk id="13" creationId="{00000000-0000-0000-0000-000000000000}"/>
          </ac:picMkLst>
        </pc:picChg>
        <pc:picChg chg="add del mod">
          <ac:chgData name="Sumit Bhatia" userId="ebfa2ab93ee678ab" providerId="LiveId" clId="{716141C7-0BFD-4EFC-B95A-909948F9BD5A}" dt="2026-06-19T21:13:01.312" v="3270" actId="478"/>
          <ac:picMkLst>
            <pc:docMk/>
            <pc:sldMk cId="0" sldId="256"/>
            <ac:picMk id="15" creationId="{00000000-0000-0000-0000-000000000000}"/>
          </ac:picMkLst>
        </pc:picChg>
        <pc:picChg chg="add mod">
          <ac:chgData name="Sumit Bhatia" userId="ebfa2ab93ee678ab" providerId="LiveId" clId="{716141C7-0BFD-4EFC-B95A-909948F9BD5A}" dt="2026-06-19T21:49:23.707" v="3643" actId="1076"/>
          <ac:picMkLst>
            <pc:docMk/>
            <pc:sldMk cId="0" sldId="256"/>
            <ac:picMk id="23" creationId="{6A63FD0C-83CD-5023-3C31-D93B65C510EC}"/>
          </ac:picMkLst>
        </pc:picChg>
        <pc:picChg chg="add mod ord">
          <ac:chgData name="Sumit Bhatia" userId="ebfa2ab93ee678ab" providerId="LiveId" clId="{716141C7-0BFD-4EFC-B95A-909948F9BD5A}" dt="2026-06-19T21:50:08.810" v="3650" actId="1076"/>
          <ac:picMkLst>
            <pc:docMk/>
            <pc:sldMk cId="0" sldId="256"/>
            <ac:picMk id="24" creationId="{757716F7-93EE-7A1B-3B82-9ABA48505044}"/>
          </ac:picMkLst>
        </pc:picChg>
      </pc:sldChg>
      <pc:sldChg chg="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57"/>
        </pc:sldMkLst>
        <pc:spChg chg="del mod">
          <ac:chgData name="Sumit Bhatia" userId="ebfa2ab93ee678ab" providerId="LiveId" clId="{716141C7-0BFD-4EFC-B95A-909948F9BD5A}" dt="2026-06-19T05:50:19.406" v="1284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46:38.987" v="2808" actId="115"/>
          <ac:spMkLst>
            <pc:docMk/>
            <pc:sldMk cId="0" sldId="257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6:19.228" v="2135" actId="207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5:45:13.446" v="1085" actId="4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6:16.117" v="2134" actId="207"/>
          <ac:spMkLst>
            <pc:docMk/>
            <pc:sldMk cId="0" sldId="257"/>
            <ac:spMk id="1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5:46:40.579" v="1100" actId="478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6:22.303" v="2136" actId="207"/>
          <ac:spMkLst>
            <pc:docMk/>
            <pc:sldMk cId="0" sldId="257"/>
            <ac:spMk id="1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5:47:32" v="1145" actId="478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6:25.314" v="2137" actId="207"/>
          <ac:spMkLst>
            <pc:docMk/>
            <pc:sldMk cId="0" sldId="257"/>
            <ac:spMk id="2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5:48:07.615" v="1178" actId="478"/>
          <ac:spMkLst>
            <pc:docMk/>
            <pc:sldMk cId="0" sldId="257"/>
            <ac:spMk id="23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6:28.280" v="2138" actId="207"/>
          <ac:spMkLst>
            <pc:docMk/>
            <pc:sldMk cId="0" sldId="257"/>
            <ac:spMk id="2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5:48:11.092" v="1179" actId="478"/>
          <ac:spMkLst>
            <pc:docMk/>
            <pc:sldMk cId="0" sldId="257"/>
            <ac:spMk id="28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6:31.721" v="2139" actId="207"/>
          <ac:spMkLst>
            <pc:docMk/>
            <pc:sldMk cId="0" sldId="257"/>
            <ac:spMk id="3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5:49:41.367" v="1279" actId="478"/>
          <ac:spMkLst>
            <pc:docMk/>
            <pc:sldMk cId="0" sldId="257"/>
            <ac:spMk id="33" creationId="{00000000-0000-0000-0000-000000000000}"/>
          </ac:spMkLst>
        </pc:spChg>
      </pc:sldChg>
      <pc:sldChg chg="addSp 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58"/>
        </pc:sldMkLst>
        <pc:spChg chg="del mod">
          <ac:chgData name="Sumit Bhatia" userId="ebfa2ab93ee678ab" providerId="LiveId" clId="{716141C7-0BFD-4EFC-B95A-909948F9BD5A}" dt="2026-06-19T05:50:16.304" v="1283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5:38:29.201" v="1011" actId="6549"/>
          <ac:spMkLst>
            <pc:docMk/>
            <pc:sldMk cId="0" sldId="258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41:40.086" v="2743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24:54.408" v="4029" actId="14100"/>
          <ac:spMkLst>
            <pc:docMk/>
            <pc:sldMk cId="0" sldId="258"/>
            <ac:spMk id="5" creationId="{00000000-0000-0000-0000-000000000000}"/>
          </ac:spMkLst>
        </pc:spChg>
        <pc:spChg chg="del">
          <ac:chgData name="Sumit Bhatia" userId="ebfa2ab93ee678ab" providerId="LiveId" clId="{716141C7-0BFD-4EFC-B95A-909948F9BD5A}" dt="2026-06-19T22:24:35.942" v="4025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Sumit Bhatia" userId="ebfa2ab93ee678ab" providerId="LiveId" clId="{716141C7-0BFD-4EFC-B95A-909948F9BD5A}" dt="2026-06-19T22:24:39.744" v="4027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Sumit Bhatia" userId="ebfa2ab93ee678ab" providerId="LiveId" clId="{716141C7-0BFD-4EFC-B95A-909948F9BD5A}" dt="2026-06-19T22:24:38.092" v="4026" actId="478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04:11.466" v="2268" actId="20577"/>
          <ac:spMkLst>
            <pc:docMk/>
            <pc:sldMk cId="0" sldId="258"/>
            <ac:spMk id="21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03:28.997" v="2262" actId="478"/>
          <ac:spMkLst>
            <pc:docMk/>
            <pc:sldMk cId="0" sldId="258"/>
            <ac:spMk id="22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07:03:06.637" v="2256" actId="478"/>
          <ac:spMkLst>
            <pc:docMk/>
            <pc:sldMk cId="0" sldId="258"/>
            <ac:spMk id="23" creationId="{00000000-0000-0000-0000-000000000000}"/>
          </ac:spMkLst>
        </pc:spChg>
        <pc:spChg chg="add del">
          <ac:chgData name="Sumit Bhatia" userId="ebfa2ab93ee678ab" providerId="LiveId" clId="{716141C7-0BFD-4EFC-B95A-909948F9BD5A}" dt="2026-06-19T06:28:17.919" v="1805" actId="478"/>
          <ac:spMkLst>
            <pc:docMk/>
            <pc:sldMk cId="0" sldId="258"/>
            <ac:spMk id="24" creationId="{876FE7DC-6BF3-2F6C-9FDB-EAFC8AF6A986}"/>
          </ac:spMkLst>
        </pc:spChg>
        <pc:spChg chg="del mod">
          <ac:chgData name="Sumit Bhatia" userId="ebfa2ab93ee678ab" providerId="LiveId" clId="{716141C7-0BFD-4EFC-B95A-909948F9BD5A}" dt="2026-06-19T06:57:01.967" v="2143" actId="478"/>
          <ac:spMkLst>
            <pc:docMk/>
            <pc:sldMk cId="0" sldId="258"/>
            <ac:spMk id="25" creationId="{DD139E3E-CB37-CDF4-9694-946F5E7E88AD}"/>
          </ac:spMkLst>
        </pc:spChg>
        <pc:spChg chg="del mod">
          <ac:chgData name="Sumit Bhatia" userId="ebfa2ab93ee678ab" providerId="LiveId" clId="{716141C7-0BFD-4EFC-B95A-909948F9BD5A}" dt="2026-06-19T06:57:54.956" v="2150" actId="21"/>
          <ac:spMkLst>
            <pc:docMk/>
            <pc:sldMk cId="0" sldId="258"/>
            <ac:spMk id="26" creationId="{8F35A14D-8087-2992-BC99-EC2C83AA63D3}"/>
          </ac:spMkLst>
        </pc:spChg>
      </pc:sldChg>
      <pc:sldChg chg="addSp delSp modSp mod modTransition">
        <pc:chgData name="Sumit Bhatia" userId="ebfa2ab93ee678ab" providerId="LiveId" clId="{716141C7-0BFD-4EFC-B95A-909948F9BD5A}" dt="2026-06-19T22:31:14.669" v="4054" actId="207"/>
        <pc:sldMkLst>
          <pc:docMk/>
          <pc:sldMk cId="0" sldId="259"/>
        </pc:sldMkLst>
        <pc:spChg chg="del">
          <ac:chgData name="Sumit Bhatia" userId="ebfa2ab93ee678ab" providerId="LiveId" clId="{716141C7-0BFD-4EFC-B95A-909948F9BD5A}" dt="2026-06-19T05:50:24.841" v="1285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41:23.289" v="2742" actId="1076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07:41:15.275" v="2740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39:28.674" v="2726" actId="114"/>
          <ac:spMkLst>
            <pc:docMk/>
            <pc:sldMk cId="0" sldId="259"/>
            <ac:spMk id="5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39:17.774" v="2722" actId="113"/>
          <ac:spMkLst>
            <pc:docMk/>
            <pc:sldMk cId="0" sldId="259"/>
            <ac:spMk id="6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06:31.470" v="1460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06:35.784" v="1462" actId="478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06:39.612" v="1463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06:44.776" v="1464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06:47.159" v="1465" actId="478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06:50.525" v="1466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07:02.188" v="1470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06:53.425" v="1467" actId="478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07:08.274" v="1472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07:14.591" v="1474" actId="478"/>
          <ac:spMkLst>
            <pc:docMk/>
            <pc:sldMk cId="0" sldId="259"/>
            <ac:spMk id="19" creationId="{00000000-0000-0000-0000-000000000000}"/>
          </ac:spMkLst>
        </pc:spChg>
        <pc:spChg chg="add del">
          <ac:chgData name="Sumit Bhatia" userId="ebfa2ab93ee678ab" providerId="LiveId" clId="{716141C7-0BFD-4EFC-B95A-909948F9BD5A}" dt="2026-06-19T06:27:23.348" v="1800" actId="478"/>
          <ac:spMkLst>
            <pc:docMk/>
            <pc:sldMk cId="0" sldId="259"/>
            <ac:spMk id="20" creationId="{BE3A7E36-A2BD-03C2-F1F4-A80BAF74E1E4}"/>
          </ac:spMkLst>
        </pc:spChg>
        <pc:spChg chg="del">
          <ac:chgData name="Sumit Bhatia" userId="ebfa2ab93ee678ab" providerId="LiveId" clId="{716141C7-0BFD-4EFC-B95A-909948F9BD5A}" dt="2026-06-19T06:07:10.816" v="1473" actId="478"/>
          <ac:spMkLst>
            <pc:docMk/>
            <pc:sldMk cId="0" sldId="259"/>
            <ac:spMk id="21" creationId="{1ECD7583-684D-3363-4FA9-C9867468F1F5}"/>
          </ac:spMkLst>
        </pc:spChg>
        <pc:spChg chg="add mod">
          <ac:chgData name="Sumit Bhatia" userId="ebfa2ab93ee678ab" providerId="LiveId" clId="{716141C7-0BFD-4EFC-B95A-909948F9BD5A}" dt="2026-06-19T22:31:14.669" v="4054" actId="207"/>
          <ac:spMkLst>
            <pc:docMk/>
            <pc:sldMk cId="0" sldId="259"/>
            <ac:spMk id="44" creationId="{8F35A14D-8087-2992-BC99-EC2C83AA63D3}"/>
          </ac:spMkLst>
        </pc:spChg>
        <pc:picChg chg="del">
          <ac:chgData name="Sumit Bhatia" userId="ebfa2ab93ee678ab" providerId="LiveId" clId="{716141C7-0BFD-4EFC-B95A-909948F9BD5A}" dt="2026-06-19T06:06:34.138" v="1461" actId="478"/>
          <ac:picMkLst>
            <pc:docMk/>
            <pc:sldMk cId="0" sldId="259"/>
            <ac:picMk id="9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06:57.240" v="1468" actId="478"/>
          <ac:picMkLst>
            <pc:docMk/>
            <pc:sldMk cId="0" sldId="259"/>
            <ac:picMk id="13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06:59.494" v="1469" actId="478"/>
          <ac:picMkLst>
            <pc:docMk/>
            <pc:sldMk cId="0" sldId="259"/>
            <ac:picMk id="17" creationId="{00000000-0000-0000-0000-000000000000}"/>
          </ac:picMkLst>
        </pc:picChg>
      </pc:sldChg>
      <pc:sldChg chg="addSp 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60"/>
        </pc:sldMkLst>
        <pc:spChg chg="del">
          <ac:chgData name="Sumit Bhatia" userId="ebfa2ab93ee678ab" providerId="LiveId" clId="{716141C7-0BFD-4EFC-B95A-909948F9BD5A}" dt="2026-06-19T05:50:29.901" v="1286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40:57.859" v="2739" actId="14100"/>
          <ac:spMkLst>
            <pc:docMk/>
            <pc:sldMk cId="0" sldId="260"/>
            <ac:spMk id="3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23:18.518" v="1752" actId="478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25:05.455" v="1777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23:15.732" v="1750" actId="478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21:16.731" v="1702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23:11.125" v="1747" actId="478"/>
          <ac:spMkLst>
            <pc:docMk/>
            <pc:sldMk cId="0" sldId="260"/>
            <ac:spMk id="1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21:31.444" v="1707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23:20.038" v="1753" actId="478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21:42.280" v="1712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23:21.537" v="1754" actId="478"/>
          <ac:spMkLst>
            <pc:docMk/>
            <pc:sldMk cId="0" sldId="260"/>
            <ac:spMk id="1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21:53.854" v="1718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23:23.094" v="1755" actId="478"/>
          <ac:spMkLst>
            <pc:docMk/>
            <pc:sldMk cId="0" sldId="260"/>
            <ac:spMk id="19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22:04.556" v="1724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23:24.612" v="1756" actId="478"/>
          <ac:spMkLst>
            <pc:docMk/>
            <pc:sldMk cId="0" sldId="260"/>
            <ac:spMk id="2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22:14.201" v="1728" actId="478"/>
          <ac:spMkLst>
            <pc:docMk/>
            <pc:sldMk cId="0" sldId="260"/>
            <ac:spMk id="24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42:06.013" v="2748" actId="1076"/>
          <ac:spMkLst>
            <pc:docMk/>
            <pc:sldMk cId="0" sldId="260"/>
            <ac:spMk id="25" creationId="{00000000-0000-0000-0000-000000000000}"/>
          </ac:spMkLst>
        </pc:spChg>
        <pc:spChg chg="add mod ord">
          <ac:chgData name="Sumit Bhatia" userId="ebfa2ab93ee678ab" providerId="LiveId" clId="{716141C7-0BFD-4EFC-B95A-909948F9BD5A}" dt="2026-06-19T21:51:50.196" v="3688" actId="6549"/>
          <ac:spMkLst>
            <pc:docMk/>
            <pc:sldMk cId="0" sldId="260"/>
            <ac:spMk id="27" creationId="{308DB0CB-E361-B757-F08B-714F74E6A675}"/>
          </ac:spMkLst>
        </pc:spChg>
        <pc:picChg chg="del">
          <ac:chgData name="Sumit Bhatia" userId="ebfa2ab93ee678ab" providerId="LiveId" clId="{716141C7-0BFD-4EFC-B95A-909948F9BD5A}" dt="2026-06-19T06:23:17.432" v="1751" actId="478"/>
          <ac:picMkLst>
            <pc:docMk/>
            <pc:sldMk cId="0" sldId="260"/>
            <ac:picMk id="5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23:14.461" v="1749" actId="478"/>
          <ac:picMkLst>
            <pc:docMk/>
            <pc:sldMk cId="0" sldId="260"/>
            <ac:picMk id="8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23:12.783" v="1748" actId="478"/>
          <ac:picMkLst>
            <pc:docMk/>
            <pc:sldMk cId="0" sldId="260"/>
            <ac:picMk id="11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23:09.341" v="1746" actId="478"/>
          <ac:picMkLst>
            <pc:docMk/>
            <pc:sldMk cId="0" sldId="260"/>
            <ac:picMk id="14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23:07.803" v="1745" actId="478"/>
          <ac:picMkLst>
            <pc:docMk/>
            <pc:sldMk cId="0" sldId="260"/>
            <ac:picMk id="17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23:06.127" v="1744" actId="478"/>
          <ac:picMkLst>
            <pc:docMk/>
            <pc:sldMk cId="0" sldId="260"/>
            <ac:picMk id="20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23:04.404" v="1743" actId="478"/>
          <ac:picMkLst>
            <pc:docMk/>
            <pc:sldMk cId="0" sldId="260"/>
            <ac:picMk id="23" creationId="{00000000-0000-0000-0000-000000000000}"/>
          </ac:picMkLst>
        </pc:picChg>
        <pc:picChg chg="mod">
          <ac:chgData name="Sumit Bhatia" userId="ebfa2ab93ee678ab" providerId="LiveId" clId="{716141C7-0BFD-4EFC-B95A-909948F9BD5A}" dt="2026-06-19T07:42:11.432" v="2749" actId="1076"/>
          <ac:picMkLst>
            <pc:docMk/>
            <pc:sldMk cId="0" sldId="260"/>
            <ac:picMk id="26" creationId="{00000000-0000-0000-0000-000000000000}"/>
          </ac:picMkLst>
        </pc:picChg>
      </pc:sldChg>
      <pc:sldChg chg="addSp 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61"/>
        </pc:sldMkLst>
        <pc:spChg chg="del">
          <ac:chgData name="Sumit Bhatia" userId="ebfa2ab93ee678ab" providerId="LiveId" clId="{716141C7-0BFD-4EFC-B95A-909948F9BD5A}" dt="2026-06-19T05:50:35.097" v="1287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40:22.881" v="2734" actId="207"/>
          <ac:spMkLst>
            <pc:docMk/>
            <pc:sldMk cId="0" sldId="261"/>
            <ac:spMk id="3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09:40.770" v="1501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58:34.917" v="3787" actId="14100"/>
          <ac:spMkLst>
            <pc:docMk/>
            <pc:sldMk cId="0" sldId="261"/>
            <ac:spMk id="6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06:15:34.051" v="1611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18:08.733" v="1671" actId="478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6:29.327" v="1632" actId="478"/>
          <ac:spMkLst>
            <pc:docMk/>
            <pc:sldMk cId="0" sldId="261"/>
            <ac:spMk id="1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3:32.268" v="1591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09:42.964" v="1502" actId="478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5:39.417" v="1613" actId="478"/>
          <ac:spMkLst>
            <pc:docMk/>
            <pc:sldMk cId="0" sldId="261"/>
            <ac:spMk id="1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2:35.783" v="1569" actId="478"/>
          <ac:spMkLst>
            <pc:docMk/>
            <pc:sldMk cId="0" sldId="261"/>
            <ac:spMk id="1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8:10.135" v="1672" actId="478"/>
          <ac:spMkLst>
            <pc:docMk/>
            <pc:sldMk cId="0" sldId="261"/>
            <ac:spMk id="1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6:43.292" v="1639" actId="478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3:36.524" v="1592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09:44.770" v="1503" actId="478"/>
          <ac:spMkLst>
            <pc:docMk/>
            <pc:sldMk cId="0" sldId="261"/>
            <ac:spMk id="2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5:51.128" v="1617" actId="478"/>
          <ac:spMkLst>
            <pc:docMk/>
            <pc:sldMk cId="0" sldId="261"/>
            <ac:spMk id="2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2:41.004" v="1571" actId="478"/>
          <ac:spMkLst>
            <pc:docMk/>
            <pc:sldMk cId="0" sldId="261"/>
            <ac:spMk id="23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18:12.169" v="1673" actId="478"/>
          <ac:spMkLst>
            <pc:docMk/>
            <pc:sldMk cId="0" sldId="261"/>
            <ac:spMk id="2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7:01.843" v="1647" actId="478"/>
          <ac:spMkLst>
            <pc:docMk/>
            <pc:sldMk cId="0" sldId="261"/>
            <ac:spMk id="2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3:40.962" v="1594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09:46.940" v="1504" actId="478"/>
          <ac:spMkLst>
            <pc:docMk/>
            <pc:sldMk cId="0" sldId="261"/>
            <ac:spMk id="2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6:00.859" v="1621" actId="478"/>
          <ac:spMkLst>
            <pc:docMk/>
            <pc:sldMk cId="0" sldId="261"/>
            <ac:spMk id="3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2:51.032" v="1575" actId="478"/>
          <ac:spMkLst>
            <pc:docMk/>
            <pc:sldMk cId="0" sldId="261"/>
            <ac:spMk id="31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18:13.764" v="1674" actId="478"/>
          <ac:spMkLst>
            <pc:docMk/>
            <pc:sldMk cId="0" sldId="261"/>
            <ac:spMk id="3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7:12.790" v="1653" actId="478"/>
          <ac:spMkLst>
            <pc:docMk/>
            <pc:sldMk cId="0" sldId="261"/>
            <ac:spMk id="3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4:55.572" v="1601" actId="478"/>
          <ac:spMkLst>
            <pc:docMk/>
            <pc:sldMk cId="0" sldId="261"/>
            <ac:spMk id="35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06:18:17.889" v="1676" actId="478"/>
          <ac:spMkLst>
            <pc:docMk/>
            <pc:sldMk cId="0" sldId="261"/>
            <ac:spMk id="3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6:19.955" v="1629" actId="478"/>
          <ac:spMkLst>
            <pc:docMk/>
            <pc:sldMk cId="0" sldId="261"/>
            <ac:spMk id="3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3:45.467" v="1595" actId="478"/>
          <ac:spMkLst>
            <pc:docMk/>
            <pc:sldMk cId="0" sldId="261"/>
            <ac:spMk id="39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8:15.287" v="1675" actId="478"/>
          <ac:spMkLst>
            <pc:docMk/>
            <pc:sldMk cId="0" sldId="261"/>
            <ac:spMk id="4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7:24.835" v="1659" actId="478"/>
          <ac:spMkLst>
            <pc:docMk/>
            <pc:sldMk cId="0" sldId="261"/>
            <ac:spMk id="4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15:04.556" v="1605" actId="478"/>
          <ac:spMkLst>
            <pc:docMk/>
            <pc:sldMk cId="0" sldId="261"/>
            <ac:spMk id="43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06:59:45.193" v="2228" actId="21"/>
          <ac:spMkLst>
            <pc:docMk/>
            <pc:sldMk cId="0" sldId="261"/>
            <ac:spMk id="44" creationId="{8F35A14D-8087-2992-BC99-EC2C83AA63D3}"/>
          </ac:spMkLst>
        </pc:spChg>
        <pc:picChg chg="del">
          <ac:chgData name="Sumit Bhatia" userId="ebfa2ab93ee678ab" providerId="LiveId" clId="{716141C7-0BFD-4EFC-B95A-909948F9BD5A}" dt="2026-06-19T06:09:29.091" v="1496" actId="478"/>
          <ac:picMkLst>
            <pc:docMk/>
            <pc:sldMk cId="0" sldId="261"/>
            <ac:picMk id="5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17:59.746" v="1666" actId="478"/>
          <ac:picMkLst>
            <pc:docMk/>
            <pc:sldMk cId="0" sldId="261"/>
            <ac:picMk id="9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09:30.897" v="1497" actId="478"/>
          <ac:picMkLst>
            <pc:docMk/>
            <pc:sldMk cId="0" sldId="261"/>
            <ac:picMk id="13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18:01.545" v="1667" actId="478"/>
          <ac:picMkLst>
            <pc:docMk/>
            <pc:sldMk cId="0" sldId="261"/>
            <ac:picMk id="17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09:34.743" v="1498" actId="478"/>
          <ac:picMkLst>
            <pc:docMk/>
            <pc:sldMk cId="0" sldId="261"/>
            <ac:picMk id="21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18:03.265" v="1668" actId="478"/>
          <ac:picMkLst>
            <pc:docMk/>
            <pc:sldMk cId="0" sldId="261"/>
            <ac:picMk id="25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09:36.636" v="1499" actId="478"/>
          <ac:picMkLst>
            <pc:docMk/>
            <pc:sldMk cId="0" sldId="261"/>
            <ac:picMk id="29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18:04.993" v="1669" actId="478"/>
          <ac:picMkLst>
            <pc:docMk/>
            <pc:sldMk cId="0" sldId="261"/>
            <ac:picMk id="33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09:38.528" v="1500" actId="478"/>
          <ac:picMkLst>
            <pc:docMk/>
            <pc:sldMk cId="0" sldId="261"/>
            <ac:picMk id="37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18:06.780" v="1670" actId="478"/>
          <ac:picMkLst>
            <pc:docMk/>
            <pc:sldMk cId="0" sldId="261"/>
            <ac:picMk id="41" creationId="{00000000-0000-0000-0000-000000000000}"/>
          </ac:picMkLst>
        </pc:picChg>
      </pc:sldChg>
      <pc:sldChg chg="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62"/>
        </pc:sldMkLst>
        <pc:spChg chg="del">
          <ac:chgData name="Sumit Bhatia" userId="ebfa2ab93ee678ab" providerId="LiveId" clId="{716141C7-0BFD-4EFC-B95A-909948F9BD5A}" dt="2026-06-19T05:50:40.419" v="1288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59:44.004" v="3796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59:44.004" v="3796" actId="1076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5:10.421" v="3701" actId="478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7:00.341" v="3755" actId="478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5:45.406" v="3722" actId="478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5:44.114" v="3721" actId="478"/>
          <ac:spMkLst>
            <pc:docMk/>
            <pc:sldMk cId="0" sldId="262"/>
            <ac:spMk id="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5:24.856" v="3707" actId="478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6:16.148" v="3736" actId="478"/>
          <ac:spMkLst>
            <pc:docMk/>
            <pc:sldMk cId="0" sldId="262"/>
            <ac:spMk id="1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6:15.283" v="3735" actId="478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5:55.596" v="3724" actId="478"/>
          <ac:spMkLst>
            <pc:docMk/>
            <pc:sldMk cId="0" sldId="262"/>
            <ac:spMk id="1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6:05.670" v="3731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56:51.380" v="3753" actId="478"/>
          <ac:spMkLst>
            <pc:docMk/>
            <pc:sldMk cId="0" sldId="262"/>
            <ac:spMk id="1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6:49.676" v="3752" actId="478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6:30.865" v="3740" actId="478"/>
          <ac:spMkLst>
            <pc:docMk/>
            <pc:sldMk cId="0" sldId="262"/>
            <ac:spMk id="1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6:42.823" v="3748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57:31.431" v="3769" actId="478"/>
          <ac:spMkLst>
            <pc:docMk/>
            <pc:sldMk cId="0" sldId="262"/>
            <ac:spMk id="2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7:08.425" v="3758" actId="478"/>
          <ac:spMkLst>
            <pc:docMk/>
            <pc:sldMk cId="0" sldId="262"/>
            <ac:spMk id="21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7:13.245" v="3760" actId="478"/>
          <ac:spMkLst>
            <pc:docMk/>
            <pc:sldMk cId="0" sldId="262"/>
            <ac:spMk id="2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7:25.262" v="3766" actId="478"/>
          <ac:spMkLst>
            <pc:docMk/>
            <pc:sldMk cId="0" sldId="262"/>
            <ac:spMk id="2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7:53.194" v="3782" actId="478"/>
          <ac:spMkLst>
            <pc:docMk/>
            <pc:sldMk cId="0" sldId="262"/>
            <ac:spMk id="2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7:52.070" v="3781" actId="478"/>
          <ac:spMkLst>
            <pc:docMk/>
            <pc:sldMk cId="0" sldId="262"/>
            <ac:spMk id="2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7:35.589" v="3771" actId="478"/>
          <ac:spMkLst>
            <pc:docMk/>
            <pc:sldMk cId="0" sldId="262"/>
            <ac:spMk id="2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57:45.155" v="3777" actId="478"/>
          <ac:spMkLst>
            <pc:docMk/>
            <pc:sldMk cId="0" sldId="262"/>
            <ac:spMk id="29" creationId="{00000000-0000-0000-0000-000000000000}"/>
          </ac:spMkLst>
        </pc:spChg>
        <pc:picChg chg="del mod">
          <ac:chgData name="Sumit Bhatia" userId="ebfa2ab93ee678ab" providerId="LiveId" clId="{716141C7-0BFD-4EFC-B95A-909948F9BD5A}" dt="2026-06-19T21:56:14.511" v="3734" actId="478"/>
          <ac:picMkLst>
            <pc:docMk/>
            <pc:sldMk cId="0" sldId="262"/>
            <ac:picMk id="12" creationId="{00000000-0000-0000-0000-000000000000}"/>
          </ac:picMkLst>
        </pc:picChg>
        <pc:picChg chg="del mod">
          <ac:chgData name="Sumit Bhatia" userId="ebfa2ab93ee678ab" providerId="LiveId" clId="{716141C7-0BFD-4EFC-B95A-909948F9BD5A}" dt="2026-06-19T21:56:48.507" v="3751" actId="478"/>
          <ac:picMkLst>
            <pc:docMk/>
            <pc:sldMk cId="0" sldId="262"/>
            <ac:picMk id="17" creationId="{00000000-0000-0000-0000-000000000000}"/>
          </ac:picMkLst>
        </pc:picChg>
        <pc:picChg chg="del mod">
          <ac:chgData name="Sumit Bhatia" userId="ebfa2ab93ee678ab" providerId="LiveId" clId="{716141C7-0BFD-4EFC-B95A-909948F9BD5A}" dt="2026-06-19T21:57:07.619" v="3757" actId="478"/>
          <ac:picMkLst>
            <pc:docMk/>
            <pc:sldMk cId="0" sldId="262"/>
            <ac:picMk id="22" creationId="{00000000-0000-0000-0000-000000000000}"/>
          </ac:picMkLst>
        </pc:picChg>
        <pc:picChg chg="del mod">
          <ac:chgData name="Sumit Bhatia" userId="ebfa2ab93ee678ab" providerId="LiveId" clId="{716141C7-0BFD-4EFC-B95A-909948F9BD5A}" dt="2026-06-19T21:57:51.162" v="3780" actId="478"/>
          <ac:picMkLst>
            <pc:docMk/>
            <pc:sldMk cId="0" sldId="262"/>
            <ac:picMk id="27" creationId="{00000000-0000-0000-0000-000000000000}"/>
          </ac:picMkLst>
        </pc:picChg>
      </pc:sldChg>
      <pc:sldChg chg="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63"/>
        </pc:sldMkLst>
        <pc:spChg chg="del">
          <ac:chgData name="Sumit Bhatia" userId="ebfa2ab93ee678ab" providerId="LiveId" clId="{716141C7-0BFD-4EFC-B95A-909948F9BD5A}" dt="2026-06-19T05:50:45.326" v="1289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40:12.584" v="2732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38:22.901" v="2716" actId="14861"/>
          <ac:spMkLst>
            <pc:docMk/>
            <pc:sldMk cId="0" sldId="263"/>
            <ac:spMk id="4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38:50.439" v="2720" actId="14100"/>
          <ac:spMkLst>
            <pc:docMk/>
            <pc:sldMk cId="0" sldId="263"/>
            <ac:spMk id="5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45:47.160" v="1978" actId="478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7:03.339" v="2613" actId="478"/>
          <ac:spMkLst>
            <pc:docMk/>
            <pc:sldMk cId="0" sldId="263"/>
            <ac:spMk id="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6:05.333" v="2600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26:57.375" v="2612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45:50.033" v="1980" actId="478"/>
          <ac:spMkLst>
            <pc:docMk/>
            <pc:sldMk cId="0" sldId="263"/>
            <ac:spMk id="11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6:22.588" v="2605" actId="478"/>
          <ac:spMkLst>
            <pc:docMk/>
            <pc:sldMk cId="0" sldId="263"/>
            <ac:spMk id="1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6:37.575" v="2608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27:39.929" v="2627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45:52.837" v="1982" actId="478"/>
          <ac:spMkLst>
            <pc:docMk/>
            <pc:sldMk cId="0" sldId="263"/>
            <ac:spMk id="1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7:24.751" v="2620" actId="478"/>
          <ac:spMkLst>
            <pc:docMk/>
            <pc:sldMk cId="0" sldId="263"/>
            <ac:spMk id="1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7:34.331" v="2624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27:58.312" v="2635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45:55.708" v="1984" actId="478"/>
          <ac:spMkLst>
            <pc:docMk/>
            <pc:sldMk cId="0" sldId="263"/>
            <ac:spMk id="21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7:44.707" v="2629" actId="478"/>
          <ac:spMkLst>
            <pc:docMk/>
            <pc:sldMk cId="0" sldId="263"/>
            <ac:spMk id="2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7:56.690" v="2634" actId="478"/>
          <ac:spMkLst>
            <pc:docMk/>
            <pc:sldMk cId="0" sldId="263"/>
            <ac:spMk id="24" creationId="{00000000-0000-0000-0000-000000000000}"/>
          </ac:spMkLst>
        </pc:spChg>
        <pc:picChg chg="del">
          <ac:chgData name="Sumit Bhatia" userId="ebfa2ab93ee678ab" providerId="LiveId" clId="{716141C7-0BFD-4EFC-B95A-909948F9BD5A}" dt="2026-06-19T06:45:45.960" v="1977" actId="478"/>
          <ac:picMkLst>
            <pc:docMk/>
            <pc:sldMk cId="0" sldId="263"/>
            <ac:picMk id="7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45:48.927" v="1979" actId="478"/>
          <ac:picMkLst>
            <pc:docMk/>
            <pc:sldMk cId="0" sldId="263"/>
            <ac:picMk id="12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45:51.793" v="1981" actId="478"/>
          <ac:picMkLst>
            <pc:docMk/>
            <pc:sldMk cId="0" sldId="263"/>
            <ac:picMk id="17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45:54.610" v="1983" actId="478"/>
          <ac:picMkLst>
            <pc:docMk/>
            <pc:sldMk cId="0" sldId="263"/>
            <ac:picMk id="22" creationId="{00000000-0000-0000-0000-000000000000}"/>
          </ac:picMkLst>
        </pc:picChg>
      </pc:sldChg>
      <pc:sldChg chg="delSp modSp mod modTransition">
        <pc:chgData name="Sumit Bhatia" userId="ebfa2ab93ee678ab" providerId="LiveId" clId="{716141C7-0BFD-4EFC-B95A-909948F9BD5A}" dt="2026-06-19T22:29:09.938" v="4040" actId="207"/>
        <pc:sldMkLst>
          <pc:docMk/>
          <pc:sldMk cId="0" sldId="264"/>
        </pc:sldMkLst>
        <pc:spChg chg="del">
          <ac:chgData name="Sumit Bhatia" userId="ebfa2ab93ee678ab" providerId="LiveId" clId="{716141C7-0BFD-4EFC-B95A-909948F9BD5A}" dt="2026-06-19T05:50:58.963" v="1292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39:56.518" v="272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29:09.938" v="4040" actId="207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6:39.106" v="2422" actId="478"/>
          <ac:spMkLst>
            <pc:docMk/>
            <pc:sldMk cId="0" sldId="264"/>
            <ac:spMk id="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5:32.497" v="2399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6:27.320" v="2419" actId="478"/>
          <ac:spMkLst>
            <pc:docMk/>
            <pc:sldMk cId="0" sldId="264"/>
            <ac:spMk id="7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15:47.048" v="2404" actId="21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6:13.607" v="2415" actId="478"/>
          <ac:spMkLst>
            <pc:docMk/>
            <pc:sldMk cId="0" sldId="264"/>
            <ac:spMk id="9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29:04.796" v="4039" actId="207"/>
          <ac:spMkLst>
            <pc:docMk/>
            <pc:sldMk cId="0" sldId="264"/>
            <ac:spMk id="10" creationId="{00000000-0000-0000-0000-000000000000}"/>
          </ac:spMkLst>
        </pc:spChg>
      </pc:sldChg>
      <pc:sldChg chg="addSp delSp modSp mod ord modTransition">
        <pc:chgData name="Sumit Bhatia" userId="ebfa2ab93ee678ab" providerId="LiveId" clId="{716141C7-0BFD-4EFC-B95A-909948F9BD5A}" dt="2026-06-19T22:28:57.156" v="4038" actId="207"/>
        <pc:sldMkLst>
          <pc:docMk/>
          <pc:sldMk cId="0" sldId="265"/>
        </pc:sldMkLst>
        <pc:spChg chg="del">
          <ac:chgData name="Sumit Bhatia" userId="ebfa2ab93ee678ab" providerId="LiveId" clId="{716141C7-0BFD-4EFC-B95A-909948F9BD5A}" dt="2026-06-19T05:50:54.820" v="1291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53:37.950" v="3691" actId="27107"/>
          <ac:spMkLst>
            <pc:docMk/>
            <pc:sldMk cId="0" sldId="265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2:35.353" v="2091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3:05.672" v="2100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3:30.134" v="2103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3:34.485" v="2104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4:46.019" v="2112" actId="14100"/>
          <ac:spMkLst>
            <pc:docMk/>
            <pc:sldMk cId="0" sldId="265"/>
            <ac:spMk id="8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0:51.636" v="2074" actId="207"/>
          <ac:spMkLst>
            <pc:docMk/>
            <pc:sldMk cId="0" sldId="265"/>
            <ac:spMk id="9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0:48.374" v="2073" actId="20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0:56.002" v="2075" actId="20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0:59.770" v="2076" actId="20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3:17.160" v="2101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3:23.829" v="2102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10:15.921" v="2316" actId="2710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08:31.818" v="2293" actId="478"/>
          <ac:spMkLst>
            <pc:docMk/>
            <pc:sldMk cId="0" sldId="265"/>
            <ac:spMk id="16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07:07:22.059" v="2276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08:59.773" v="2300" actId="478"/>
          <ac:spMkLst>
            <pc:docMk/>
            <pc:sldMk cId="0" sldId="265"/>
            <ac:spMk id="1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07:42.281" v="2281" actId="478"/>
          <ac:spMkLst>
            <pc:docMk/>
            <pc:sldMk cId="0" sldId="265"/>
            <ac:spMk id="19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07:58.053" v="2286" actId="478"/>
          <ac:spMkLst>
            <pc:docMk/>
            <pc:sldMk cId="0" sldId="265"/>
            <ac:spMk id="20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28:57.156" v="4038" actId="20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Sumit Bhatia" userId="ebfa2ab93ee678ab" providerId="LiveId" clId="{716141C7-0BFD-4EFC-B95A-909948F9BD5A}" dt="2026-06-19T06:52:45.117" v="2093" actId="1076"/>
          <ac:spMkLst>
            <pc:docMk/>
            <pc:sldMk cId="0" sldId="265"/>
            <ac:spMk id="23" creationId="{AD063A22-1175-58AA-D8D9-4223002953F0}"/>
          </ac:spMkLst>
        </pc:spChg>
        <pc:spChg chg="mod">
          <ac:chgData name="Sumit Bhatia" userId="ebfa2ab93ee678ab" providerId="LiveId" clId="{716141C7-0BFD-4EFC-B95A-909948F9BD5A}" dt="2026-06-19T06:52:56.789" v="2096" actId="1076"/>
          <ac:spMkLst>
            <pc:docMk/>
            <pc:sldMk cId="0" sldId="265"/>
            <ac:spMk id="24" creationId="{24612987-241C-6C90-3EB6-683E288EA9FA}"/>
          </ac:spMkLst>
        </pc:spChg>
      </pc:sldChg>
      <pc:sldChg chg="addSp 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66"/>
        </pc:sldMkLst>
        <pc:spChg chg="del">
          <ac:chgData name="Sumit Bhatia" userId="ebfa2ab93ee678ab" providerId="LiveId" clId="{716141C7-0BFD-4EFC-B95A-909948F9BD5A}" dt="2026-06-19T05:50:50.757" v="1290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40:08.224" v="2731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43:48.320" v="2769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43:52.928" v="2770" actId="14100"/>
          <ac:spMkLst>
            <pc:docMk/>
            <pc:sldMk cId="0" sldId="266"/>
            <ac:spMk id="7" creationId="{00000000-0000-0000-0000-000000000000}"/>
          </ac:spMkLst>
        </pc:spChg>
        <pc:spChg chg="add mod ord">
          <ac:chgData name="Sumit Bhatia" userId="ebfa2ab93ee678ab" providerId="LiveId" clId="{716141C7-0BFD-4EFC-B95A-909948F9BD5A}" dt="2026-06-19T07:32:34.513" v="2672" actId="207"/>
          <ac:spMkLst>
            <pc:docMk/>
            <pc:sldMk cId="0" sldId="266"/>
            <ac:spMk id="10" creationId="{BBE42665-2D83-60F2-2302-B8D98E559F63}"/>
          </ac:spMkLst>
        </pc:spChg>
        <pc:spChg chg="add mod">
          <ac:chgData name="Sumit Bhatia" userId="ebfa2ab93ee678ab" providerId="LiveId" clId="{716141C7-0BFD-4EFC-B95A-909948F9BD5A}" dt="2026-06-19T07:32:40.699" v="2674" actId="207"/>
          <ac:spMkLst>
            <pc:docMk/>
            <pc:sldMk cId="0" sldId="266"/>
            <ac:spMk id="13" creationId="{98ECC4E9-CA0F-97B7-EBD5-C2A81660949B}"/>
          </ac:spMkLst>
        </pc:spChg>
        <pc:spChg chg="add mod">
          <ac:chgData name="Sumit Bhatia" userId="ebfa2ab93ee678ab" providerId="LiveId" clId="{716141C7-0BFD-4EFC-B95A-909948F9BD5A}" dt="2026-06-19T07:32:37.818" v="2673" actId="207"/>
          <ac:spMkLst>
            <pc:docMk/>
            <pc:sldMk cId="0" sldId="266"/>
            <ac:spMk id="14" creationId="{BADEBCCE-9CB6-9D08-0A84-89CCA9D0A0A5}"/>
          </ac:spMkLst>
        </pc:spChg>
        <pc:graphicFrameChg chg="mod">
          <ac:chgData name="Sumit Bhatia" userId="ebfa2ab93ee678ab" providerId="LiveId" clId="{716141C7-0BFD-4EFC-B95A-909948F9BD5A}" dt="2026-06-19T07:42:51.240" v="2754" actId="14861"/>
          <ac:graphicFrameMkLst>
            <pc:docMk/>
            <pc:sldMk cId="0" sldId="266"/>
            <ac:graphicFrameMk id="4" creationId="{00000000-0000-0000-0000-000000000000}"/>
          </ac:graphicFrameMkLst>
        </pc:graphicFrameChg>
        <pc:graphicFrameChg chg="mod">
          <ac:chgData name="Sumit Bhatia" userId="ebfa2ab93ee678ab" providerId="LiveId" clId="{716141C7-0BFD-4EFC-B95A-909948F9BD5A}" dt="2026-06-19T07:43:01.081" v="2758" actId="14861"/>
          <ac:graphicFrameMkLst>
            <pc:docMk/>
            <pc:sldMk cId="0" sldId="266"/>
            <ac:graphicFrameMk id="6" creationId="{00000000-0000-0000-0000-000000000000}"/>
          </ac:graphicFrameMkLst>
        </pc:graphicFrameChg>
      </pc:sldChg>
      <pc:sldChg chg="addSp delSp modSp mod ord modTransition">
        <pc:chgData name="Sumit Bhatia" userId="ebfa2ab93ee678ab" providerId="LiveId" clId="{716141C7-0BFD-4EFC-B95A-909948F9BD5A}" dt="2026-06-19T22:29:37.365" v="4044" actId="207"/>
        <pc:sldMkLst>
          <pc:docMk/>
          <pc:sldMk cId="0" sldId="267"/>
        </pc:sldMkLst>
        <pc:spChg chg="del">
          <ac:chgData name="Sumit Bhatia" userId="ebfa2ab93ee678ab" providerId="LiveId" clId="{716141C7-0BFD-4EFC-B95A-909948F9BD5A}" dt="2026-06-19T05:51:15.966" v="1296" actId="478"/>
          <ac:spMkLst>
            <pc:docMk/>
            <pc:sldMk cId="0" sldId="267"/>
            <ac:spMk id="2" creationId="{00000000-0000-0000-0000-000000000000}"/>
          </ac:spMkLst>
        </pc:spChg>
        <pc:spChg chg="add mod">
          <ac:chgData name="Sumit Bhatia" userId="ebfa2ab93ee678ab" providerId="LiveId" clId="{716141C7-0BFD-4EFC-B95A-909948F9BD5A}" dt="2026-06-19T22:29:30.047" v="4042" actId="207"/>
          <ac:spMkLst>
            <pc:docMk/>
            <pc:sldMk cId="0" sldId="267"/>
            <ac:spMk id="2" creationId="{683EA8A0-5198-84C7-86A9-33316226AD9B}"/>
          </ac:spMkLst>
        </pc:spChg>
        <pc:spChg chg="mod">
          <ac:chgData name="Sumit Bhatia" userId="ebfa2ab93ee678ab" providerId="LiveId" clId="{716141C7-0BFD-4EFC-B95A-909948F9BD5A}" dt="2026-06-19T22:21:41.808" v="4011" actId="14100"/>
          <ac:spMkLst>
            <pc:docMk/>
            <pc:sldMk cId="0" sldId="267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29:26.539" v="4041" actId="207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54:25.093" v="2942" actId="478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53:37.483" v="2922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54:17.266" v="2939" actId="478"/>
          <ac:spMkLst>
            <pc:docMk/>
            <pc:sldMk cId="0" sldId="267"/>
            <ac:spMk id="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53:56.324" v="2929" actId="478"/>
          <ac:spMkLst>
            <pc:docMk/>
            <pc:sldMk cId="0" sldId="267"/>
            <ac:spMk id="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54:05.956" v="2933" actId="478"/>
          <ac:spMkLst>
            <pc:docMk/>
            <pc:sldMk cId="0" sldId="267"/>
            <ac:spMk id="9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2:20:40.840" v="4001" actId="478"/>
          <ac:spMkLst>
            <pc:docMk/>
            <pc:sldMk cId="0" sldId="267"/>
            <ac:spMk id="1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49:30.039" v="2852" actId="478"/>
          <ac:spMkLst>
            <pc:docMk/>
            <pc:sldMk cId="0" sldId="267"/>
            <ac:spMk id="11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29:37.365" v="4044" actId="207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51:51.503" v="2895" actId="478"/>
          <ac:spMkLst>
            <pc:docMk/>
            <pc:sldMk cId="0" sldId="267"/>
            <ac:spMk id="1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50:32.251" v="2868" actId="478"/>
          <ac:spMkLst>
            <pc:docMk/>
            <pc:sldMk cId="0" sldId="267"/>
            <ac:spMk id="15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51:54.239" v="2897" actId="478"/>
          <ac:spMkLst>
            <pc:docMk/>
            <pc:sldMk cId="0" sldId="267"/>
            <ac:spMk id="1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50:48.129" v="2875" actId="478"/>
          <ac:spMkLst>
            <pc:docMk/>
            <pc:sldMk cId="0" sldId="267"/>
            <ac:spMk id="18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51:56.825" v="2899" actId="478"/>
          <ac:spMkLst>
            <pc:docMk/>
            <pc:sldMk cId="0" sldId="267"/>
            <ac:spMk id="19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50:58.782" v="2880" actId="478"/>
          <ac:spMkLst>
            <pc:docMk/>
            <pc:sldMk cId="0" sldId="267"/>
            <ac:spMk id="21" creationId="{00000000-0000-0000-0000-000000000000}"/>
          </ac:spMkLst>
        </pc:spChg>
        <pc:spChg chg="add del">
          <ac:chgData name="Sumit Bhatia" userId="ebfa2ab93ee678ab" providerId="LiveId" clId="{716141C7-0BFD-4EFC-B95A-909948F9BD5A}" dt="2026-06-19T07:52:06.389" v="2905" actId="478"/>
          <ac:spMkLst>
            <pc:docMk/>
            <pc:sldMk cId="0" sldId="267"/>
            <ac:spMk id="2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51:08.389" v="2884" actId="478"/>
          <ac:spMkLst>
            <pc:docMk/>
            <pc:sldMk cId="0" sldId="267"/>
            <ac:spMk id="24" creationId="{00000000-0000-0000-0000-000000000000}"/>
          </ac:spMkLst>
        </pc:spChg>
        <pc:picChg chg="del">
          <ac:chgData name="Sumit Bhatia" userId="ebfa2ab93ee678ab" providerId="LiveId" clId="{716141C7-0BFD-4EFC-B95A-909948F9BD5A}" dt="2026-06-19T07:51:50.702" v="2894" actId="478"/>
          <ac:picMkLst>
            <pc:docMk/>
            <pc:sldMk cId="0" sldId="267"/>
            <ac:picMk id="14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51:53.203" v="2896" actId="478"/>
          <ac:picMkLst>
            <pc:docMk/>
            <pc:sldMk cId="0" sldId="267"/>
            <ac:picMk id="17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51:55.951" v="2898" actId="478"/>
          <ac:picMkLst>
            <pc:docMk/>
            <pc:sldMk cId="0" sldId="267"/>
            <ac:picMk id="20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51:58.568" v="2900" actId="478"/>
          <ac:picMkLst>
            <pc:docMk/>
            <pc:sldMk cId="0" sldId="267"/>
            <ac:picMk id="23" creationId="{00000000-0000-0000-0000-000000000000}"/>
          </ac:picMkLst>
        </pc:picChg>
      </pc:sldChg>
      <pc:sldChg chg="addSp 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68"/>
        </pc:sldMkLst>
        <pc:spChg chg="del">
          <ac:chgData name="Sumit Bhatia" userId="ebfa2ab93ee678ab" providerId="LiveId" clId="{716141C7-0BFD-4EFC-B95A-909948F9BD5A}" dt="2026-06-19T05:51:08.179" v="1294" actId="478"/>
          <ac:spMkLst>
            <pc:docMk/>
            <pc:sldMk cId="0" sldId="268"/>
            <ac:spMk id="2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22:22:23.064" v="4019" actId="478"/>
          <ac:spMkLst>
            <pc:docMk/>
            <pc:sldMk cId="0" sldId="268"/>
            <ac:spMk id="2" creationId="{12E4DC76-71E5-C967-749C-CF73287E56F2}"/>
          </ac:spMkLst>
        </pc:spChg>
        <pc:spChg chg="add del mod">
          <ac:chgData name="Sumit Bhatia" userId="ebfa2ab93ee678ab" providerId="LiveId" clId="{716141C7-0BFD-4EFC-B95A-909948F9BD5A}" dt="2026-06-19T07:23:12.116" v="2568" actId="1076"/>
          <ac:spMkLst>
            <pc:docMk/>
            <pc:sldMk cId="0" sldId="268"/>
            <ac:spMk id="3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07:36:58.032" v="2703" actId="14861"/>
          <ac:spMkLst>
            <pc:docMk/>
            <pc:sldMk cId="0" sldId="268"/>
            <ac:spMk id="4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07:24:24.549" v="2589" actId="255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9:31.141" v="2489" actId="478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0:25.876" v="2517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9:57.271" v="2507" actId="478"/>
          <ac:spMkLst>
            <pc:docMk/>
            <pc:sldMk cId="0" sldId="268"/>
            <ac:spMk id="9" creationId="{00000000-0000-0000-0000-000000000000}"/>
          </ac:spMkLst>
        </pc:spChg>
        <pc:spChg chg="add del mod">
          <ac:chgData name="Sumit Bhatia" userId="ebfa2ab93ee678ab" providerId="LiveId" clId="{716141C7-0BFD-4EFC-B95A-909948F9BD5A}" dt="2026-06-19T07:23:07.539" v="2566" actId="478"/>
          <ac:spMkLst>
            <pc:docMk/>
            <pc:sldMk cId="0" sldId="268"/>
            <ac:spMk id="11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21:12.440" v="2531" actId="478"/>
          <ac:spMkLst>
            <pc:docMk/>
            <pc:sldMk cId="0" sldId="268"/>
            <ac:spMk id="12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9:34.050" v="2491" actId="478"/>
          <ac:spMkLst>
            <pc:docMk/>
            <pc:sldMk cId="0" sldId="268"/>
            <ac:spMk id="1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0:45.726" v="2524" actId="478"/>
          <ac:spMkLst>
            <pc:docMk/>
            <pc:sldMk cId="0" sldId="268"/>
            <ac:spMk id="15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9:54.270" v="2505" actId="478"/>
          <ac:spMkLst>
            <pc:docMk/>
            <pc:sldMk cId="0" sldId="268"/>
            <ac:spMk id="1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1:04.130" v="2529" actId="478"/>
          <ac:spMkLst>
            <pc:docMk/>
            <pc:sldMk cId="0" sldId="268"/>
            <ac:spMk id="18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21:27.849" v="2537" actId="478"/>
          <ac:spMkLst>
            <pc:docMk/>
            <pc:sldMk cId="0" sldId="268"/>
            <ac:spMk id="19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9:36.870" v="2493" actId="478"/>
          <ac:spMkLst>
            <pc:docMk/>
            <pc:sldMk cId="0" sldId="268"/>
            <ac:spMk id="2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1:18.551" v="2533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9:51.420" v="2503" actId="478"/>
          <ac:spMkLst>
            <pc:docMk/>
            <pc:sldMk cId="0" sldId="268"/>
            <ac:spMk id="2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1:26.811" v="2536" actId="478"/>
          <ac:spMkLst>
            <pc:docMk/>
            <pc:sldMk cId="0" sldId="268"/>
            <ac:spMk id="25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21:49.790" v="2545" actId="478"/>
          <ac:spMkLst>
            <pc:docMk/>
            <pc:sldMk cId="0" sldId="268"/>
            <ac:spMk id="2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9:39.679" v="2495" actId="478"/>
          <ac:spMkLst>
            <pc:docMk/>
            <pc:sldMk cId="0" sldId="268"/>
            <ac:spMk id="2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1:37.815" v="2540" actId="478"/>
          <ac:spMkLst>
            <pc:docMk/>
            <pc:sldMk cId="0" sldId="268"/>
            <ac:spMk id="29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9:45.338" v="2499" actId="478"/>
          <ac:spMkLst>
            <pc:docMk/>
            <pc:sldMk cId="0" sldId="268"/>
            <ac:spMk id="3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1:45.562" v="2543" actId="478"/>
          <ac:spMkLst>
            <pc:docMk/>
            <pc:sldMk cId="0" sldId="268"/>
            <ac:spMk id="32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22:16.790" v="2555" actId="478"/>
          <ac:spMkLst>
            <pc:docMk/>
            <pc:sldMk cId="0" sldId="268"/>
            <ac:spMk id="33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9:42.220" v="2497" actId="478"/>
          <ac:spMkLst>
            <pc:docMk/>
            <pc:sldMk cId="0" sldId="268"/>
            <ac:spMk id="3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2:06.311" v="2550" actId="478"/>
          <ac:spMkLst>
            <pc:docMk/>
            <pc:sldMk cId="0" sldId="268"/>
            <ac:spMk id="36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9:48.832" v="2501" actId="478"/>
          <ac:spMkLst>
            <pc:docMk/>
            <pc:sldMk cId="0" sldId="268"/>
            <ac:spMk id="3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22:13.082" v="2553" actId="478"/>
          <ac:spMkLst>
            <pc:docMk/>
            <pc:sldMk cId="0" sldId="268"/>
            <ac:spMk id="39" creationId="{00000000-0000-0000-0000-000000000000}"/>
          </ac:spMkLst>
        </pc:spChg>
        <pc:picChg chg="del">
          <ac:chgData name="Sumit Bhatia" userId="ebfa2ab93ee678ab" providerId="LiveId" clId="{716141C7-0BFD-4EFC-B95A-909948F9BD5A}" dt="2026-06-19T07:19:29.998" v="2488" actId="478"/>
          <ac:picMkLst>
            <pc:docMk/>
            <pc:sldMk cId="0" sldId="268"/>
            <ac:picMk id="7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19:56.292" v="2506" actId="478"/>
          <ac:picMkLst>
            <pc:docMk/>
            <pc:sldMk cId="0" sldId="268"/>
            <ac:picMk id="10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19:32.996" v="2490" actId="478"/>
          <ac:picMkLst>
            <pc:docMk/>
            <pc:sldMk cId="0" sldId="268"/>
            <ac:picMk id="14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19:53.248" v="2504" actId="478"/>
          <ac:picMkLst>
            <pc:docMk/>
            <pc:sldMk cId="0" sldId="268"/>
            <ac:picMk id="17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19:35.780" v="2492" actId="478"/>
          <ac:picMkLst>
            <pc:docMk/>
            <pc:sldMk cId="0" sldId="268"/>
            <ac:picMk id="21" creationId="{00000000-0000-0000-0000-000000000000}"/>
          </ac:picMkLst>
        </pc:picChg>
        <pc:picChg chg="del mod">
          <ac:chgData name="Sumit Bhatia" userId="ebfa2ab93ee678ab" providerId="LiveId" clId="{716141C7-0BFD-4EFC-B95A-909948F9BD5A}" dt="2026-06-19T06:34:23.672" v="1853" actId="478"/>
          <ac:picMkLst>
            <pc:docMk/>
            <pc:sldMk cId="0" sldId="268"/>
            <ac:picMk id="24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19:38.700" v="2494" actId="478"/>
          <ac:picMkLst>
            <pc:docMk/>
            <pc:sldMk cId="0" sldId="268"/>
            <ac:picMk id="28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34:36.961" v="1856" actId="478"/>
          <ac:picMkLst>
            <pc:docMk/>
            <pc:sldMk cId="0" sldId="268"/>
            <ac:picMk id="31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19:41.353" v="2496" actId="478"/>
          <ac:picMkLst>
            <pc:docMk/>
            <pc:sldMk cId="0" sldId="268"/>
            <ac:picMk id="35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19:47.455" v="2500" actId="478"/>
          <ac:picMkLst>
            <pc:docMk/>
            <pc:sldMk cId="0" sldId="268"/>
            <ac:picMk id="38" creationId="{00000000-0000-0000-0000-000000000000}"/>
          </ac:picMkLst>
        </pc:picChg>
        <pc:picChg chg="add del mod">
          <ac:chgData name="Sumit Bhatia" userId="ebfa2ab93ee678ab" providerId="LiveId" clId="{716141C7-0BFD-4EFC-B95A-909948F9BD5A}" dt="2026-06-19T07:19:50.573" v="2502" actId="478"/>
          <ac:picMkLst>
            <pc:docMk/>
            <pc:sldMk cId="0" sldId="268"/>
            <ac:picMk id="40" creationId="{93B4ED49-BEC4-4A2D-5504-2D9FEA8DC1C0}"/>
          </ac:picMkLst>
        </pc:picChg>
        <pc:picChg chg="add del mod">
          <ac:chgData name="Sumit Bhatia" userId="ebfa2ab93ee678ab" providerId="LiveId" clId="{716141C7-0BFD-4EFC-B95A-909948F9BD5A}" dt="2026-06-19T07:19:44.467" v="2498" actId="478"/>
          <ac:picMkLst>
            <pc:docMk/>
            <pc:sldMk cId="0" sldId="268"/>
            <ac:picMk id="41" creationId="{44F1D1FD-9DD1-AA61-1413-1BD4178B0DC6}"/>
          </ac:picMkLst>
        </pc:picChg>
      </pc:sldChg>
      <pc:sldChg chg="delSp modSp mod ord modTransition">
        <pc:chgData name="Sumit Bhatia" userId="ebfa2ab93ee678ab" providerId="LiveId" clId="{716141C7-0BFD-4EFC-B95A-909948F9BD5A}" dt="2026-06-19T22:26:55.776" v="4037"/>
        <pc:sldMkLst>
          <pc:docMk/>
          <pc:sldMk cId="0" sldId="269"/>
        </pc:sldMkLst>
        <pc:spChg chg="del">
          <ac:chgData name="Sumit Bhatia" userId="ebfa2ab93ee678ab" providerId="LiveId" clId="{716141C7-0BFD-4EFC-B95A-909948F9BD5A}" dt="2026-06-19T05:51:03.219" v="1293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11:14.526" v="2339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07:34:09.606" v="2681" actId="14100"/>
          <ac:spMkLst>
            <pc:docMk/>
            <pc:sldMk cId="0" sldId="269"/>
            <ac:spMk id="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1:25.780" v="2341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2:30.618" v="2363" actId="478"/>
          <ac:spMkLst>
            <pc:docMk/>
            <pc:sldMk cId="0" sldId="269"/>
            <ac:spMk id="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2:55.334" v="2373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2:34.849" v="2365" actId="478"/>
          <ac:spMkLst>
            <pc:docMk/>
            <pc:sldMk cId="0" sldId="269"/>
            <ac:spMk id="1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1:42.648" v="2344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2:38.821" v="2367" actId="478"/>
          <ac:spMkLst>
            <pc:docMk/>
            <pc:sldMk cId="0" sldId="269"/>
            <ac:spMk id="1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1:54.798" v="2348" actId="478"/>
          <ac:spMkLst>
            <pc:docMk/>
            <pc:sldMk cId="0" sldId="269"/>
            <ac:spMk id="15" creationId="{00000000-0000-0000-0000-000000000000}"/>
          </ac:spMkLst>
        </pc:spChg>
        <pc:spChg chg="del">
          <ac:chgData name="Sumit Bhatia" userId="ebfa2ab93ee678ab" providerId="LiveId" clId="{716141C7-0BFD-4EFC-B95A-909948F9BD5A}" dt="2026-06-19T07:12:42.026" v="2369" actId="478"/>
          <ac:spMkLst>
            <pc:docMk/>
            <pc:sldMk cId="0" sldId="269"/>
            <ac:spMk id="1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7:12:05.705" v="2354" actId="478"/>
          <ac:spMkLst>
            <pc:docMk/>
            <pc:sldMk cId="0" sldId="269"/>
            <ac:spMk id="18" creationId="{00000000-0000-0000-0000-000000000000}"/>
          </ac:spMkLst>
        </pc:spChg>
        <pc:graphicFrameChg chg="mod">
          <ac:chgData name="Sumit Bhatia" userId="ebfa2ab93ee678ab" providerId="LiveId" clId="{716141C7-0BFD-4EFC-B95A-909948F9BD5A}" dt="2026-06-19T07:36:20.485" v="2693" actId="14861"/>
          <ac:graphicFrameMkLst>
            <pc:docMk/>
            <pc:sldMk cId="0" sldId="269"/>
            <ac:graphicFrameMk id="4" creationId="{00000000-0000-0000-0000-000000000000}"/>
          </ac:graphicFrameMkLst>
        </pc:graphicFrameChg>
        <pc:picChg chg="del">
          <ac:chgData name="Sumit Bhatia" userId="ebfa2ab93ee678ab" providerId="LiveId" clId="{716141C7-0BFD-4EFC-B95A-909948F9BD5A}" dt="2026-06-19T07:12:29.461" v="2362" actId="478"/>
          <ac:picMkLst>
            <pc:docMk/>
            <pc:sldMk cId="0" sldId="269"/>
            <ac:picMk id="8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12:32.535" v="2364" actId="478"/>
          <ac:picMkLst>
            <pc:docMk/>
            <pc:sldMk cId="0" sldId="269"/>
            <ac:picMk id="11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12:36.978" v="2366" actId="478"/>
          <ac:picMkLst>
            <pc:docMk/>
            <pc:sldMk cId="0" sldId="269"/>
            <ac:picMk id="14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7:12:40.883" v="2368" actId="478"/>
          <ac:picMkLst>
            <pc:docMk/>
            <pc:sldMk cId="0" sldId="269"/>
            <ac:picMk id="17" creationId="{00000000-0000-0000-0000-000000000000}"/>
          </ac:picMkLst>
        </pc:picChg>
      </pc:sldChg>
      <pc:sldChg chg="addSp 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70"/>
        </pc:sldMkLst>
        <pc:spChg chg="del">
          <ac:chgData name="Sumit Bhatia" userId="ebfa2ab93ee678ab" providerId="LiveId" clId="{716141C7-0BFD-4EFC-B95A-909948F9BD5A}" dt="2026-06-19T05:51:12.358" v="1295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06:31.419" v="3873" actId="141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09:33.777" v="3905" actId="20577"/>
          <ac:spMkLst>
            <pc:docMk/>
            <pc:sldMk cId="0" sldId="270"/>
            <ac:spMk id="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39:06.360" v="1912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38:03.300" v="1888" actId="478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2:04:44.740" v="3857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38:23.600" v="1897" actId="478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36:49.809" v="1866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38:21.438" v="1896" actId="478"/>
          <ac:spMkLst>
            <pc:docMk/>
            <pc:sldMk cId="0" sldId="270"/>
            <ac:spMk id="1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37:06.167" v="1871" actId="478"/>
          <ac:spMkLst>
            <pc:docMk/>
            <pc:sldMk cId="0" sldId="270"/>
            <ac:spMk id="15" creationId="{00000000-0000-0000-0000-000000000000}"/>
          </ac:spMkLst>
        </pc:spChg>
        <pc:spChg chg="del">
          <ac:chgData name="Sumit Bhatia" userId="ebfa2ab93ee678ab" providerId="LiveId" clId="{716141C7-0BFD-4EFC-B95A-909948F9BD5A}" dt="2026-06-19T06:38:19.120" v="1895" actId="478"/>
          <ac:spMkLst>
            <pc:docMk/>
            <pc:sldMk cId="0" sldId="270"/>
            <ac:spMk id="1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06:37:21.725" v="1877" actId="478"/>
          <ac:spMkLst>
            <pc:docMk/>
            <pc:sldMk cId="0" sldId="270"/>
            <ac:spMk id="18" creationId="{00000000-0000-0000-0000-000000000000}"/>
          </ac:spMkLst>
        </pc:spChg>
        <pc:spChg chg="add del mod ord">
          <ac:chgData name="Sumit Bhatia" userId="ebfa2ab93ee678ab" providerId="LiveId" clId="{716141C7-0BFD-4EFC-B95A-909948F9BD5A}" dt="2026-06-19T06:38:17.148" v="1894" actId="478"/>
          <ac:spMkLst>
            <pc:docMk/>
            <pc:sldMk cId="0" sldId="270"/>
            <ac:spMk id="22" creationId="{3BD26AA2-4DE3-39EB-1D0B-18B6D4475985}"/>
          </ac:spMkLst>
        </pc:spChg>
        <pc:spChg chg="add del mod">
          <ac:chgData name="Sumit Bhatia" userId="ebfa2ab93ee678ab" providerId="LiveId" clId="{716141C7-0BFD-4EFC-B95A-909948F9BD5A}" dt="2026-06-19T06:37:36.815" v="1882" actId="478"/>
          <ac:spMkLst>
            <pc:docMk/>
            <pc:sldMk cId="0" sldId="270"/>
            <ac:spMk id="23" creationId="{74930FA1-A7D8-DE78-9D96-297C368C49F0}"/>
          </ac:spMkLst>
        </pc:spChg>
        <pc:graphicFrameChg chg="mod">
          <ac:chgData name="Sumit Bhatia" userId="ebfa2ab93ee678ab" providerId="LiveId" clId="{716141C7-0BFD-4EFC-B95A-909948F9BD5A}" dt="2026-06-19T22:08:16.617" v="3893" actId="255"/>
          <ac:graphicFrameMkLst>
            <pc:docMk/>
            <pc:sldMk cId="0" sldId="270"/>
            <ac:graphicFrameMk id="4" creationId="{00000000-0000-0000-0000-000000000000}"/>
          </ac:graphicFrameMkLst>
        </pc:graphicFrameChg>
        <pc:picChg chg="del">
          <ac:chgData name="Sumit Bhatia" userId="ebfa2ab93ee678ab" providerId="LiveId" clId="{716141C7-0BFD-4EFC-B95A-909948F9BD5A}" dt="2026-06-19T06:38:05.296" v="1889" actId="478"/>
          <ac:picMkLst>
            <pc:docMk/>
            <pc:sldMk cId="0" sldId="270"/>
            <ac:picMk id="8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38:07.672" v="1890" actId="478"/>
          <ac:picMkLst>
            <pc:docMk/>
            <pc:sldMk cId="0" sldId="270"/>
            <ac:picMk id="11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38:10.237" v="1891" actId="478"/>
          <ac:picMkLst>
            <pc:docMk/>
            <pc:sldMk cId="0" sldId="270"/>
            <ac:picMk id="14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06:38:13.321" v="1892" actId="478"/>
          <ac:picMkLst>
            <pc:docMk/>
            <pc:sldMk cId="0" sldId="270"/>
            <ac:picMk id="17" creationId="{00000000-0000-0000-0000-000000000000}"/>
          </ac:picMkLst>
        </pc:picChg>
        <pc:picChg chg="add del mod">
          <ac:chgData name="Sumit Bhatia" userId="ebfa2ab93ee678ab" providerId="LiveId" clId="{716141C7-0BFD-4EFC-B95A-909948F9BD5A}" dt="2026-06-19T06:38:15.880" v="1893" actId="478"/>
          <ac:picMkLst>
            <pc:docMk/>
            <pc:sldMk cId="0" sldId="270"/>
            <ac:picMk id="20" creationId="{DB3C3C68-2C8D-BC17-52BD-C7ACBB33AF06}"/>
          </ac:picMkLst>
        </pc:picChg>
      </pc:sldChg>
      <pc:sldChg chg="addSp delSp modSp mod modTransition">
        <pc:chgData name="Sumit Bhatia" userId="ebfa2ab93ee678ab" providerId="LiveId" clId="{716141C7-0BFD-4EFC-B95A-909948F9BD5A}" dt="2026-06-19T22:29:58.359" v="4048" actId="207"/>
        <pc:sldMkLst>
          <pc:docMk/>
          <pc:sldMk cId="0" sldId="271"/>
        </pc:sldMkLst>
        <pc:spChg chg="del">
          <ac:chgData name="Sumit Bhatia" userId="ebfa2ab93ee678ab" providerId="LiveId" clId="{716141C7-0BFD-4EFC-B95A-909948F9BD5A}" dt="2026-06-19T05:51:20.108" v="1297" actId="478"/>
          <ac:spMkLst>
            <pc:docMk/>
            <pc:sldMk cId="0" sldId="271"/>
            <ac:spMk id="2" creationId="{00000000-0000-0000-0000-000000000000}"/>
          </ac:spMkLst>
        </pc:spChg>
        <pc:spChg chg="add mod ord">
          <ac:chgData name="Sumit Bhatia" userId="ebfa2ab93ee678ab" providerId="LiveId" clId="{716141C7-0BFD-4EFC-B95A-909948F9BD5A}" dt="2026-06-19T22:29:50.707" v="4046" actId="207"/>
          <ac:spMkLst>
            <pc:docMk/>
            <pc:sldMk cId="0" sldId="271"/>
            <ac:spMk id="2" creationId="{EFB78DDE-3409-4BA8-F749-47EFE32EAB09}"/>
          </ac:spMkLst>
        </pc:spChg>
        <pc:spChg chg="mod">
          <ac:chgData name="Sumit Bhatia" userId="ebfa2ab93ee678ab" providerId="LiveId" clId="{716141C7-0BFD-4EFC-B95A-909948F9BD5A}" dt="2026-06-19T05:44:38.439" v="1083" actId="20577"/>
          <ac:spMkLst>
            <pc:docMk/>
            <pc:sldMk cId="0" sldId="271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16:34.555" v="3952" actId="255"/>
          <ac:spMkLst>
            <pc:docMk/>
            <pc:sldMk cId="0" sldId="271"/>
            <ac:spMk id="4" creationId="{00000000-0000-0000-0000-000000000000}"/>
          </ac:spMkLst>
        </pc:spChg>
        <pc:spChg chg="mod">
          <ac:chgData name="Sumit Bhatia" userId="ebfa2ab93ee678ab" providerId="LiveId" clId="{716141C7-0BFD-4EFC-B95A-909948F9BD5A}" dt="2026-06-19T20:54:41.533" v="3020" actId="207"/>
          <ac:spMkLst>
            <pc:docMk/>
            <pc:sldMk cId="0" sldId="271"/>
            <ac:spMk id="12" creationId="{00000000-0000-0000-0000-000000000000}"/>
          </ac:spMkLst>
        </pc:spChg>
        <pc:spChg chg="mod">
          <ac:chgData name="Sumit Bhatia" userId="ebfa2ab93ee678ab" providerId="LiveId" clId="{716141C7-0BFD-4EFC-B95A-909948F9BD5A}" dt="2026-06-19T20:54:53.714" v="3024" actId="207"/>
          <ac:spMkLst>
            <pc:docMk/>
            <pc:sldMk cId="0" sldId="271"/>
            <ac:spMk id="14" creationId="{00000000-0000-0000-0000-000000000000}"/>
          </ac:spMkLst>
        </pc:spChg>
        <pc:spChg chg="mod">
          <ac:chgData name="Sumit Bhatia" userId="ebfa2ab93ee678ab" providerId="LiveId" clId="{716141C7-0BFD-4EFC-B95A-909948F9BD5A}" dt="2026-06-19T20:54:44.757" v="3021" actId="207"/>
          <ac:spMkLst>
            <pc:docMk/>
            <pc:sldMk cId="0" sldId="271"/>
            <ac:spMk id="16" creationId="{00000000-0000-0000-0000-000000000000}"/>
          </ac:spMkLst>
        </pc:spChg>
        <pc:spChg chg="mod">
          <ac:chgData name="Sumit Bhatia" userId="ebfa2ab93ee678ab" providerId="LiveId" clId="{716141C7-0BFD-4EFC-B95A-909948F9BD5A}" dt="2026-06-19T20:54:50.680" v="3023" actId="207"/>
          <ac:spMkLst>
            <pc:docMk/>
            <pc:sldMk cId="0" sldId="271"/>
            <ac:spMk id="18" creationId="{00000000-0000-0000-0000-000000000000}"/>
          </ac:spMkLst>
        </pc:spChg>
        <pc:spChg chg="mod">
          <ac:chgData name="Sumit Bhatia" userId="ebfa2ab93ee678ab" providerId="LiveId" clId="{716141C7-0BFD-4EFC-B95A-909948F9BD5A}" dt="2026-06-19T20:54:47.373" v="3022" actId="207"/>
          <ac:spMkLst>
            <pc:docMk/>
            <pc:sldMk cId="0" sldId="271"/>
            <ac:spMk id="20" creationId="{00000000-0000-0000-0000-000000000000}"/>
          </ac:spMkLst>
        </pc:spChg>
        <pc:spChg chg="mod">
          <ac:chgData name="Sumit Bhatia" userId="ebfa2ab93ee678ab" providerId="LiveId" clId="{716141C7-0BFD-4EFC-B95A-909948F9BD5A}" dt="2026-06-19T20:54:56.708" v="3025" actId="207"/>
          <ac:spMkLst>
            <pc:docMk/>
            <pc:sldMk cId="0" sldId="271"/>
            <ac:spMk id="22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29:54.679" v="4047" actId="207"/>
          <ac:spMkLst>
            <pc:docMk/>
            <pc:sldMk cId="0" sldId="271"/>
            <ac:spMk id="23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29:58.359" v="4048" actId="207"/>
          <ac:spMkLst>
            <pc:docMk/>
            <pc:sldMk cId="0" sldId="271"/>
            <ac:spMk id="2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3:25.374" v="3006" actId="478"/>
          <ac:spMkLst>
            <pc:docMk/>
            <pc:sldMk cId="0" sldId="271"/>
            <ac:spMk id="2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2:08.564" v="2983" actId="478"/>
          <ac:spMkLst>
            <pc:docMk/>
            <pc:sldMk cId="0" sldId="271"/>
            <ac:spMk id="2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2:45.620" v="2995" actId="478"/>
          <ac:spMkLst>
            <pc:docMk/>
            <pc:sldMk cId="0" sldId="271"/>
            <ac:spMk id="2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2:43.748" v="2994" actId="478"/>
          <ac:spMkLst>
            <pc:docMk/>
            <pc:sldMk cId="0" sldId="271"/>
            <ac:spMk id="2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2:37.827" v="2992" actId="478"/>
          <ac:spMkLst>
            <pc:docMk/>
            <pc:sldMk cId="0" sldId="271"/>
            <ac:spMk id="29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29:47.131" v="4045" actId="207"/>
          <ac:spMkLst>
            <pc:docMk/>
            <pc:sldMk cId="0" sldId="271"/>
            <ac:spMk id="3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7:26.475" v="3059" actId="478"/>
          <ac:spMkLst>
            <pc:docMk/>
            <pc:sldMk cId="0" sldId="271"/>
            <ac:spMk id="31" creationId="{00000000-0000-0000-0000-000000000000}"/>
          </ac:spMkLst>
        </pc:spChg>
        <pc:spChg chg="del">
          <ac:chgData name="Sumit Bhatia" userId="ebfa2ab93ee678ab" providerId="LiveId" clId="{716141C7-0BFD-4EFC-B95A-909948F9BD5A}" dt="2026-06-19T20:58:03.702" v="3073" actId="478"/>
          <ac:spMkLst>
            <pc:docMk/>
            <pc:sldMk cId="0" sldId="271"/>
            <ac:spMk id="3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7:06.760" v="3056" actId="478"/>
          <ac:spMkLst>
            <pc:docMk/>
            <pc:sldMk cId="0" sldId="271"/>
            <ac:spMk id="34" creationId="{00000000-0000-0000-0000-000000000000}"/>
          </ac:spMkLst>
        </pc:spChg>
        <pc:spChg chg="del">
          <ac:chgData name="Sumit Bhatia" userId="ebfa2ab93ee678ab" providerId="LiveId" clId="{716141C7-0BFD-4EFC-B95A-909948F9BD5A}" dt="2026-06-19T20:58:00.104" v="3071" actId="478"/>
          <ac:spMkLst>
            <pc:docMk/>
            <pc:sldMk cId="0" sldId="271"/>
            <ac:spMk id="3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6:31.468" v="3042" actId="478"/>
          <ac:spMkLst>
            <pc:docMk/>
            <pc:sldMk cId="0" sldId="271"/>
            <ac:spMk id="37" creationId="{00000000-0000-0000-0000-000000000000}"/>
          </ac:spMkLst>
        </pc:spChg>
        <pc:spChg chg="del">
          <ac:chgData name="Sumit Bhatia" userId="ebfa2ab93ee678ab" providerId="LiveId" clId="{716141C7-0BFD-4EFC-B95A-909948F9BD5A}" dt="2026-06-19T20:57:57.580" v="3069" actId="478"/>
          <ac:spMkLst>
            <pc:docMk/>
            <pc:sldMk cId="0" sldId="271"/>
            <ac:spMk id="3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6:41.192" v="3047" actId="478"/>
          <ac:spMkLst>
            <pc:docMk/>
            <pc:sldMk cId="0" sldId="271"/>
            <ac:spMk id="4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7:54.973" v="3067" actId="478"/>
          <ac:spMkLst>
            <pc:docMk/>
            <pc:sldMk cId="0" sldId="271"/>
            <ac:spMk id="41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0:56:54.020" v="3051" actId="478"/>
          <ac:spMkLst>
            <pc:docMk/>
            <pc:sldMk cId="0" sldId="271"/>
            <ac:spMk id="43" creationId="{00000000-0000-0000-0000-000000000000}"/>
          </ac:spMkLst>
        </pc:spChg>
        <pc:picChg chg="del">
          <ac:chgData name="Sumit Bhatia" userId="ebfa2ab93ee678ab" providerId="LiveId" clId="{716141C7-0BFD-4EFC-B95A-909948F9BD5A}" dt="2026-06-19T20:58:02.189" v="3072" actId="478"/>
          <ac:picMkLst>
            <pc:docMk/>
            <pc:sldMk cId="0" sldId="271"/>
            <ac:picMk id="33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0:57:59.202" v="3070" actId="478"/>
          <ac:picMkLst>
            <pc:docMk/>
            <pc:sldMk cId="0" sldId="271"/>
            <ac:picMk id="36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0:57:56.609" v="3068" actId="478"/>
          <ac:picMkLst>
            <pc:docMk/>
            <pc:sldMk cId="0" sldId="271"/>
            <ac:picMk id="39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0:57:53.762" v="3066" actId="478"/>
          <ac:picMkLst>
            <pc:docMk/>
            <pc:sldMk cId="0" sldId="271"/>
            <ac:picMk id="42" creationId="{00000000-0000-0000-0000-000000000000}"/>
          </ac:picMkLst>
        </pc:picChg>
      </pc:sldChg>
      <pc:sldChg chg="addSp delSp modSp mod modTransition">
        <pc:chgData name="Sumit Bhatia" userId="ebfa2ab93ee678ab" providerId="LiveId" clId="{716141C7-0BFD-4EFC-B95A-909948F9BD5A}" dt="2026-06-19T22:30:20.560" v="4052" actId="207"/>
        <pc:sldMkLst>
          <pc:docMk/>
          <pc:sldMk cId="0" sldId="272"/>
        </pc:sldMkLst>
        <pc:spChg chg="del">
          <ac:chgData name="Sumit Bhatia" userId="ebfa2ab93ee678ab" providerId="LiveId" clId="{716141C7-0BFD-4EFC-B95A-909948F9BD5A}" dt="2026-06-19T05:51:26.974" v="1298" actId="478"/>
          <ac:spMkLst>
            <pc:docMk/>
            <pc:sldMk cId="0" sldId="272"/>
            <ac:spMk id="2" creationId="{00000000-0000-0000-0000-000000000000}"/>
          </ac:spMkLst>
        </pc:spChg>
        <pc:spChg chg="add mod ord">
          <ac:chgData name="Sumit Bhatia" userId="ebfa2ab93ee678ab" providerId="LiveId" clId="{716141C7-0BFD-4EFC-B95A-909948F9BD5A}" dt="2026-06-19T22:30:11.748" v="4049" actId="207"/>
          <ac:spMkLst>
            <pc:docMk/>
            <pc:sldMk cId="0" sldId="272"/>
            <ac:spMk id="2" creationId="{B6FAC803-2939-2F06-DE9E-D65557A4A05E}"/>
          </ac:spMkLst>
        </pc:spChg>
        <pc:spChg chg="mod">
          <ac:chgData name="Sumit Bhatia" userId="ebfa2ab93ee678ab" providerId="LiveId" clId="{716141C7-0BFD-4EFC-B95A-909948F9BD5A}" dt="2026-06-19T22:16:27.938" v="3951" actId="255"/>
          <ac:spMkLst>
            <pc:docMk/>
            <pc:sldMk cId="0" sldId="272"/>
            <ac:spMk id="4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01:07.330" v="3097" actId="20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01:15.501" v="3100" actId="207"/>
          <ac:spMkLst>
            <pc:docMk/>
            <pc:sldMk cId="0" sldId="272"/>
            <ac:spMk id="14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01:09.745" v="3098" actId="207"/>
          <ac:spMkLst>
            <pc:docMk/>
            <pc:sldMk cId="0" sldId="272"/>
            <ac:spMk id="16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01:19.697" v="3101" actId="207"/>
          <ac:spMkLst>
            <pc:docMk/>
            <pc:sldMk cId="0" sldId="272"/>
            <ac:spMk id="18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01:12.510" v="3099" actId="207"/>
          <ac:spMkLst>
            <pc:docMk/>
            <pc:sldMk cId="0" sldId="272"/>
            <ac:spMk id="20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01:22.981" v="3102" actId="207"/>
          <ac:spMkLst>
            <pc:docMk/>
            <pc:sldMk cId="0" sldId="272"/>
            <ac:spMk id="22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30:14.593" v="4050" actId="207"/>
          <ac:spMkLst>
            <pc:docMk/>
            <pc:sldMk cId="0" sldId="272"/>
            <ac:spMk id="2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03:39.561" v="3125" actId="478"/>
          <ac:spMkLst>
            <pc:docMk/>
            <pc:sldMk cId="0" sldId="272"/>
            <ac:spMk id="2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03:24.229" v="3120" actId="478"/>
          <ac:spMkLst>
            <pc:docMk/>
            <pc:sldMk cId="0" sldId="272"/>
            <ac:spMk id="25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30:16.922" v="4051" actId="207"/>
          <ac:spMkLst>
            <pc:docMk/>
            <pc:sldMk cId="0" sldId="272"/>
            <ac:spMk id="26" creationId="{00000000-0000-0000-0000-000000000000}"/>
          </ac:spMkLst>
        </pc:spChg>
        <pc:spChg chg="mod">
          <ac:chgData name="Sumit Bhatia" userId="ebfa2ab93ee678ab" providerId="LiveId" clId="{716141C7-0BFD-4EFC-B95A-909948F9BD5A}" dt="2026-06-19T22:30:20.560" v="4052" actId="207"/>
          <ac:spMkLst>
            <pc:docMk/>
            <pc:sldMk cId="0" sldId="272"/>
            <ac:spMk id="2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06:59.724" v="3195" actId="478"/>
          <ac:spMkLst>
            <pc:docMk/>
            <pc:sldMk cId="0" sldId="272"/>
            <ac:spMk id="28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07:10.338" v="3201" actId="478"/>
          <ac:spMkLst>
            <pc:docMk/>
            <pc:sldMk cId="0" sldId="272"/>
            <ac:spMk id="29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06:49.433" v="3192" actId="478"/>
          <ac:spMkLst>
            <pc:docMk/>
            <pc:sldMk cId="0" sldId="272"/>
            <ac:spMk id="31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07:13.378" v="3203" actId="478"/>
          <ac:spMkLst>
            <pc:docMk/>
            <pc:sldMk cId="0" sldId="272"/>
            <ac:spMk id="3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06:22.107" v="3177" actId="478"/>
          <ac:spMkLst>
            <pc:docMk/>
            <pc:sldMk cId="0" sldId="272"/>
            <ac:spMk id="34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07:17.046" v="3205" actId="478"/>
          <ac:spMkLst>
            <pc:docMk/>
            <pc:sldMk cId="0" sldId="272"/>
            <ac:spMk id="3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06:30.705" v="3182" actId="478"/>
          <ac:spMkLst>
            <pc:docMk/>
            <pc:sldMk cId="0" sldId="272"/>
            <ac:spMk id="37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07:20.762" v="3207" actId="478"/>
          <ac:spMkLst>
            <pc:docMk/>
            <pc:sldMk cId="0" sldId="272"/>
            <ac:spMk id="3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06:39.901" v="3187" actId="478"/>
          <ac:spMkLst>
            <pc:docMk/>
            <pc:sldMk cId="0" sldId="272"/>
            <ac:spMk id="40" creationId="{00000000-0000-0000-0000-000000000000}"/>
          </ac:spMkLst>
        </pc:spChg>
        <pc:picChg chg="del">
          <ac:chgData name="Sumit Bhatia" userId="ebfa2ab93ee678ab" providerId="LiveId" clId="{716141C7-0BFD-4EFC-B95A-909948F9BD5A}" dt="2026-06-19T21:07:09.419" v="3200" actId="478"/>
          <ac:picMkLst>
            <pc:docMk/>
            <pc:sldMk cId="0" sldId="272"/>
            <ac:picMk id="30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07:12.193" v="3202" actId="478"/>
          <ac:picMkLst>
            <pc:docMk/>
            <pc:sldMk cId="0" sldId="272"/>
            <ac:picMk id="33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07:15.291" v="3204" actId="478"/>
          <ac:picMkLst>
            <pc:docMk/>
            <pc:sldMk cId="0" sldId="272"/>
            <ac:picMk id="36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07:19.085" v="3206" actId="478"/>
          <ac:picMkLst>
            <pc:docMk/>
            <pc:sldMk cId="0" sldId="272"/>
            <ac:picMk id="39" creationId="{00000000-0000-0000-0000-000000000000}"/>
          </ac:picMkLst>
        </pc:picChg>
      </pc:sldChg>
      <pc:sldChg chg="delSp modSp mod modTransition">
        <pc:chgData name="Sumit Bhatia" userId="ebfa2ab93ee678ab" providerId="LiveId" clId="{716141C7-0BFD-4EFC-B95A-909948F9BD5A}" dt="2026-06-19T22:30:39.190" v="4053" actId="207"/>
        <pc:sldMkLst>
          <pc:docMk/>
          <pc:sldMk cId="0" sldId="273"/>
        </pc:sldMkLst>
        <pc:spChg chg="del">
          <ac:chgData name="Sumit Bhatia" userId="ebfa2ab93ee678ab" providerId="LiveId" clId="{716141C7-0BFD-4EFC-B95A-909948F9BD5A}" dt="2026-06-19T05:51:30.164" v="1299" actId="478"/>
          <ac:spMkLst>
            <pc:docMk/>
            <pc:sldMk cId="0" sldId="273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5:44:00.260" v="1058" actId="20577"/>
          <ac:spMkLst>
            <pc:docMk/>
            <pc:sldMk cId="0" sldId="273"/>
            <ac:spMk id="3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4:29.291" v="3398" actId="478"/>
          <ac:spMkLst>
            <pc:docMk/>
            <pc:sldMk cId="0" sldId="273"/>
            <ac:spMk id="4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3:34.730" v="3386" actId="478"/>
          <ac:spMkLst>
            <pc:docMk/>
            <pc:sldMk cId="0" sldId="273"/>
            <ac:spMk id="5" creationId="{00000000-0000-0000-0000-000000000000}"/>
          </ac:spMkLst>
        </pc:spChg>
        <pc:spChg chg="del mod ord">
          <ac:chgData name="Sumit Bhatia" userId="ebfa2ab93ee678ab" providerId="LiveId" clId="{716141C7-0BFD-4EFC-B95A-909948F9BD5A}" dt="2026-06-19T21:25:07.075" v="3408" actId="478"/>
          <ac:spMkLst>
            <pc:docMk/>
            <pc:sldMk cId="0" sldId="273"/>
            <ac:spMk id="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4:33.893" v="3399" actId="478"/>
          <ac:spMkLst>
            <pc:docMk/>
            <pc:sldMk cId="0" sldId="273"/>
            <ac:spMk id="8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4:35.955" v="3400" actId="478"/>
          <ac:spMkLst>
            <pc:docMk/>
            <pc:sldMk cId="0" sldId="273"/>
            <ac:spMk id="9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3:38.422" v="3388" actId="478"/>
          <ac:spMkLst>
            <pc:docMk/>
            <pc:sldMk cId="0" sldId="273"/>
            <ac:spMk id="1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0:51.978" v="3325" actId="478"/>
          <ac:spMkLst>
            <pc:docMk/>
            <pc:sldMk cId="0" sldId="273"/>
            <ac:spMk id="1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1:09.112" v="3330" actId="478"/>
          <ac:spMkLst>
            <pc:docMk/>
            <pc:sldMk cId="0" sldId="273"/>
            <ac:spMk id="13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4:37.907" v="3401" actId="478"/>
          <ac:spMkLst>
            <pc:docMk/>
            <pc:sldMk cId="0" sldId="273"/>
            <ac:spMk id="14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3:43.930" v="3390" actId="478"/>
          <ac:spMkLst>
            <pc:docMk/>
            <pc:sldMk cId="0" sldId="273"/>
            <ac:spMk id="1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2:32.817" v="3364" actId="478"/>
          <ac:spMkLst>
            <pc:docMk/>
            <pc:sldMk cId="0" sldId="273"/>
            <ac:spMk id="1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2:46.436" v="3367" actId="478"/>
          <ac:spMkLst>
            <pc:docMk/>
            <pc:sldMk cId="0" sldId="273"/>
            <ac:spMk id="18" creationId="{00000000-0000-0000-0000-000000000000}"/>
          </ac:spMkLst>
        </pc:spChg>
        <pc:spChg chg="mod ord">
          <ac:chgData name="Sumit Bhatia" userId="ebfa2ab93ee678ab" providerId="LiveId" clId="{716141C7-0BFD-4EFC-B95A-909948F9BD5A}" dt="2026-06-19T22:30:39.190" v="4053" actId="207"/>
          <ac:spMkLst>
            <pc:docMk/>
            <pc:sldMk cId="0" sldId="273"/>
            <ac:spMk id="19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4:01.502" v="3393" actId="478"/>
          <ac:spMkLst>
            <pc:docMk/>
            <pc:sldMk cId="0" sldId="273"/>
            <ac:spMk id="2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1:27.123" v="3339" actId="478"/>
          <ac:spMkLst>
            <pc:docMk/>
            <pc:sldMk cId="0" sldId="273"/>
            <ac:spMk id="2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1:39.831" v="3344" actId="478"/>
          <ac:spMkLst>
            <pc:docMk/>
            <pc:sldMk cId="0" sldId="273"/>
            <ac:spMk id="23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4:41.970" v="3403" actId="478"/>
          <ac:spMkLst>
            <pc:docMk/>
            <pc:sldMk cId="0" sldId="273"/>
            <ac:spMk id="24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4:05.283" v="3395" actId="478"/>
          <ac:spMkLst>
            <pc:docMk/>
            <pc:sldMk cId="0" sldId="273"/>
            <ac:spMk id="2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2:00.071" v="3351" actId="478"/>
          <ac:spMkLst>
            <pc:docMk/>
            <pc:sldMk cId="0" sldId="273"/>
            <ac:spMk id="2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2:19.359" v="3358" actId="478"/>
          <ac:spMkLst>
            <pc:docMk/>
            <pc:sldMk cId="0" sldId="273"/>
            <ac:spMk id="28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4:39.620" v="3402" actId="478"/>
          <ac:spMkLst>
            <pc:docMk/>
            <pc:sldMk cId="0" sldId="273"/>
            <ac:spMk id="29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24:12.173" v="3397" actId="478"/>
          <ac:spMkLst>
            <pc:docMk/>
            <pc:sldMk cId="0" sldId="273"/>
            <ac:spMk id="3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2:55.895" v="3372" actId="478"/>
          <ac:spMkLst>
            <pc:docMk/>
            <pc:sldMk cId="0" sldId="273"/>
            <ac:spMk id="3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23:16.558" v="3378" actId="478"/>
          <ac:spMkLst>
            <pc:docMk/>
            <pc:sldMk cId="0" sldId="273"/>
            <ac:spMk id="33" creationId="{00000000-0000-0000-0000-000000000000}"/>
          </ac:spMkLst>
        </pc:spChg>
        <pc:picChg chg="del">
          <ac:chgData name="Sumit Bhatia" userId="ebfa2ab93ee678ab" providerId="LiveId" clId="{716141C7-0BFD-4EFC-B95A-909948F9BD5A}" dt="2026-06-19T21:23:33.520" v="3385" actId="478"/>
          <ac:picMkLst>
            <pc:docMk/>
            <pc:sldMk cId="0" sldId="273"/>
            <ac:picMk id="6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23:37.075" v="3387" actId="478"/>
          <ac:picMkLst>
            <pc:docMk/>
            <pc:sldMk cId="0" sldId="273"/>
            <ac:picMk id="11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23:42.195" v="3389" actId="478"/>
          <ac:picMkLst>
            <pc:docMk/>
            <pc:sldMk cId="0" sldId="273"/>
            <ac:picMk id="16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23:59.834" v="3392" actId="478"/>
          <ac:picMkLst>
            <pc:docMk/>
            <pc:sldMk cId="0" sldId="273"/>
            <ac:picMk id="21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24:04.246" v="3394" actId="478"/>
          <ac:picMkLst>
            <pc:docMk/>
            <pc:sldMk cId="0" sldId="273"/>
            <ac:picMk id="26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24:09.729" v="3396" actId="478"/>
          <ac:picMkLst>
            <pc:docMk/>
            <pc:sldMk cId="0" sldId="273"/>
            <ac:picMk id="31" creationId="{00000000-0000-0000-0000-000000000000}"/>
          </ac:picMkLst>
        </pc:picChg>
      </pc:sldChg>
      <pc:sldChg chg="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74"/>
        </pc:sldMkLst>
        <pc:spChg chg="del">
          <ac:chgData name="Sumit Bhatia" userId="ebfa2ab93ee678ab" providerId="LiveId" clId="{716141C7-0BFD-4EFC-B95A-909948F9BD5A}" dt="2026-06-19T05:51:33.646" v="1300" actId="478"/>
          <ac:spMkLst>
            <pc:docMk/>
            <pc:sldMk cId="0" sldId="274"/>
            <ac:spMk id="2" creationId="{00000000-0000-0000-0000-000000000000}"/>
          </ac:spMkLst>
        </pc:spChg>
        <pc:spChg chg="mod">
          <ac:chgData name="Sumit Bhatia" userId="ebfa2ab93ee678ab" providerId="LiveId" clId="{716141C7-0BFD-4EFC-B95A-909948F9BD5A}" dt="2026-06-19T05:43:44.255" v="1055" actId="20577"/>
          <ac:spMkLst>
            <pc:docMk/>
            <pc:sldMk cId="0" sldId="274"/>
            <ac:spMk id="3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36:22.665" v="3539" actId="2710"/>
          <ac:spMkLst>
            <pc:docMk/>
            <pc:sldMk cId="0" sldId="274"/>
            <ac:spMk id="4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31:07.820" v="3450" actId="478"/>
          <ac:spMkLst>
            <pc:docMk/>
            <pc:sldMk cId="0" sldId="274"/>
            <ac:spMk id="5" creationId="{00000000-0000-0000-0000-000000000000}"/>
          </ac:spMkLst>
        </pc:spChg>
        <pc:spChg chg="del mod ord">
          <ac:chgData name="Sumit Bhatia" userId="ebfa2ab93ee678ab" providerId="LiveId" clId="{716141C7-0BFD-4EFC-B95A-909948F9BD5A}" dt="2026-06-19T21:31:00.658" v="3447" actId="478"/>
          <ac:spMkLst>
            <pc:docMk/>
            <pc:sldMk cId="0" sldId="274"/>
            <ac:spMk id="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30:16.646" v="3440" actId="478"/>
          <ac:spMkLst>
            <pc:docMk/>
            <pc:sldMk cId="0" sldId="274"/>
            <ac:spMk id="8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36:55.715" v="3542" actId="122"/>
          <ac:spMkLst>
            <pc:docMk/>
            <pc:sldMk cId="0" sldId="274"/>
            <ac:spMk id="9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34:48.423" v="3511" actId="478"/>
          <ac:spMkLst>
            <pc:docMk/>
            <pc:sldMk cId="0" sldId="274"/>
            <ac:spMk id="1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33:34.545" v="3488" actId="478"/>
          <ac:spMkLst>
            <pc:docMk/>
            <pc:sldMk cId="0" sldId="274"/>
            <ac:spMk id="1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33:09.896" v="3479" actId="478"/>
          <ac:spMkLst>
            <pc:docMk/>
            <pc:sldMk cId="0" sldId="274"/>
            <ac:spMk id="13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37:24.996" v="3548" actId="2710"/>
          <ac:spMkLst>
            <pc:docMk/>
            <pc:sldMk cId="0" sldId="274"/>
            <ac:spMk id="14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34:51.656" v="3513" actId="478"/>
          <ac:spMkLst>
            <pc:docMk/>
            <pc:sldMk cId="0" sldId="274"/>
            <ac:spMk id="1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34:32.855" v="3504" actId="478"/>
          <ac:spMkLst>
            <pc:docMk/>
            <pc:sldMk cId="0" sldId="274"/>
            <ac:spMk id="1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34:07.891" v="3496" actId="478"/>
          <ac:spMkLst>
            <pc:docMk/>
            <pc:sldMk cId="0" sldId="274"/>
            <ac:spMk id="18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37:15.564" v="3546" actId="2710"/>
          <ac:spMkLst>
            <pc:docMk/>
            <pc:sldMk cId="0" sldId="274"/>
            <ac:spMk id="19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34:58.393" v="3515" actId="478"/>
          <ac:spMkLst>
            <pc:docMk/>
            <pc:sldMk cId="0" sldId="274"/>
            <ac:spMk id="20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35:33.984" v="3527" actId="478"/>
          <ac:spMkLst>
            <pc:docMk/>
            <pc:sldMk cId="0" sldId="274"/>
            <ac:spMk id="2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35:14.150" v="3519" actId="478"/>
          <ac:spMkLst>
            <pc:docMk/>
            <pc:sldMk cId="0" sldId="274"/>
            <ac:spMk id="23" creationId="{00000000-0000-0000-0000-000000000000}"/>
          </ac:spMkLst>
        </pc:spChg>
        <pc:picChg chg="del">
          <ac:chgData name="Sumit Bhatia" userId="ebfa2ab93ee678ab" providerId="LiveId" clId="{716141C7-0BFD-4EFC-B95A-909948F9BD5A}" dt="2026-06-19T21:31:06.697" v="3449" actId="478"/>
          <ac:picMkLst>
            <pc:docMk/>
            <pc:sldMk cId="0" sldId="274"/>
            <ac:picMk id="6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34:47.544" v="3510" actId="478"/>
          <ac:picMkLst>
            <pc:docMk/>
            <pc:sldMk cId="0" sldId="274"/>
            <ac:picMk id="11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34:50.468" v="3512" actId="478"/>
          <ac:picMkLst>
            <pc:docMk/>
            <pc:sldMk cId="0" sldId="274"/>
            <ac:picMk id="16" creationId="{00000000-0000-0000-0000-000000000000}"/>
          </ac:picMkLst>
        </pc:picChg>
        <pc:picChg chg="del">
          <ac:chgData name="Sumit Bhatia" userId="ebfa2ab93ee678ab" providerId="LiveId" clId="{716141C7-0BFD-4EFC-B95A-909948F9BD5A}" dt="2026-06-19T21:34:57.465" v="3514" actId="478"/>
          <ac:picMkLst>
            <pc:docMk/>
            <pc:sldMk cId="0" sldId="274"/>
            <ac:picMk id="21" creationId="{00000000-0000-0000-0000-000000000000}"/>
          </ac:picMkLst>
        </pc:picChg>
      </pc:sldChg>
      <pc:sldChg chg="addSp delSp modSp mod modTransition">
        <pc:chgData name="Sumit Bhatia" userId="ebfa2ab93ee678ab" providerId="LiveId" clId="{716141C7-0BFD-4EFC-B95A-909948F9BD5A}" dt="2026-06-19T22:26:55.776" v="4037"/>
        <pc:sldMkLst>
          <pc:docMk/>
          <pc:sldMk cId="0" sldId="275"/>
        </pc:sldMkLst>
        <pc:spChg chg="del mod">
          <ac:chgData name="Sumit Bhatia" userId="ebfa2ab93ee678ab" providerId="LiveId" clId="{716141C7-0BFD-4EFC-B95A-909948F9BD5A}" dt="2026-06-19T21:15:57.935" v="3304" actId="478"/>
          <ac:spMkLst>
            <pc:docMk/>
            <pc:sldMk cId="0" sldId="275"/>
            <ac:spMk id="2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15:59.236" v="3305" actId="478"/>
          <ac:spMkLst>
            <pc:docMk/>
            <pc:sldMk cId="0" sldId="275"/>
            <ac:spMk id="3" creationId="{00000000-0000-0000-0000-000000000000}"/>
          </ac:spMkLst>
        </pc:spChg>
        <pc:spChg chg="del">
          <ac:chgData name="Sumit Bhatia" userId="ebfa2ab93ee678ab" providerId="LiveId" clId="{716141C7-0BFD-4EFC-B95A-909948F9BD5A}" dt="2026-06-19T21:16:01.487" v="3306" actId="478"/>
          <ac:spMkLst>
            <pc:docMk/>
            <pc:sldMk cId="0" sldId="275"/>
            <ac:spMk id="4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15:49.392" v="3301" actId="478"/>
          <ac:spMkLst>
            <pc:docMk/>
            <pc:sldMk cId="0" sldId="275"/>
            <ac:spMk id="5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15:55.023" v="3302" actId="478"/>
          <ac:spMkLst>
            <pc:docMk/>
            <pc:sldMk cId="0" sldId="275"/>
            <ac:spMk id="6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15:56.447" v="3303" actId="478"/>
          <ac:spMkLst>
            <pc:docMk/>
            <pc:sldMk cId="0" sldId="275"/>
            <ac:spMk id="7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15:47.983" v="3300" actId="478"/>
          <ac:spMkLst>
            <pc:docMk/>
            <pc:sldMk cId="0" sldId="275"/>
            <ac:spMk id="8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43:49.195" v="3591" actId="478"/>
          <ac:spMkLst>
            <pc:docMk/>
            <pc:sldMk cId="0" sldId="275"/>
            <ac:spMk id="10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47:00.071" v="3623" actId="14100"/>
          <ac:spMkLst>
            <pc:docMk/>
            <pc:sldMk cId="0" sldId="275"/>
            <ac:spMk id="11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44:28.560" v="3600" actId="478"/>
          <ac:spMkLst>
            <pc:docMk/>
            <pc:sldMk cId="0" sldId="275"/>
            <ac:spMk id="12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47:17.222" v="3624" actId="1076"/>
          <ac:spMkLst>
            <pc:docMk/>
            <pc:sldMk cId="0" sldId="275"/>
            <ac:spMk id="13" creationId="{00000000-0000-0000-0000-000000000000}"/>
          </ac:spMkLst>
        </pc:spChg>
        <pc:spChg chg="del mod">
          <ac:chgData name="Sumit Bhatia" userId="ebfa2ab93ee678ab" providerId="LiveId" clId="{716141C7-0BFD-4EFC-B95A-909948F9BD5A}" dt="2026-06-19T21:45:16.712" v="3609" actId="478"/>
          <ac:spMkLst>
            <pc:docMk/>
            <pc:sldMk cId="0" sldId="275"/>
            <ac:spMk id="14" creationId="{00000000-0000-0000-0000-000000000000}"/>
          </ac:spMkLst>
        </pc:spChg>
        <pc:spChg chg="mod">
          <ac:chgData name="Sumit Bhatia" userId="ebfa2ab93ee678ab" providerId="LiveId" clId="{716141C7-0BFD-4EFC-B95A-909948F9BD5A}" dt="2026-06-19T21:46:39.115" v="3620" actId="14100"/>
          <ac:spMkLst>
            <pc:docMk/>
            <pc:sldMk cId="0" sldId="275"/>
            <ac:spMk id="15" creationId="{6561075D-BF3C-63D0-4AB1-539D6E5B9F67}"/>
          </ac:spMkLst>
        </pc:spChg>
        <pc:spChg chg="add del mod">
          <ac:chgData name="Sumit Bhatia" userId="ebfa2ab93ee678ab" providerId="LiveId" clId="{716141C7-0BFD-4EFC-B95A-909948F9BD5A}" dt="2026-06-19T21:14:19.866" v="3288" actId="478"/>
          <ac:spMkLst>
            <pc:docMk/>
            <pc:sldMk cId="0" sldId="275"/>
            <ac:spMk id="17" creationId="{BAF2954F-CA60-1BF6-A154-B3CE514CFE9B}"/>
          </ac:spMkLst>
        </pc:spChg>
        <pc:spChg chg="add del mod">
          <ac:chgData name="Sumit Bhatia" userId="ebfa2ab93ee678ab" providerId="LiveId" clId="{716141C7-0BFD-4EFC-B95A-909948F9BD5A}" dt="2026-06-19T21:16:04.770" v="3308" actId="478"/>
          <ac:spMkLst>
            <pc:docMk/>
            <pc:sldMk cId="0" sldId="275"/>
            <ac:spMk id="18" creationId="{B2ABA713-F50D-0F22-A8C0-D904DEAFC8D6}"/>
          </ac:spMkLst>
        </pc:spChg>
        <pc:picChg chg="del mod">
          <ac:chgData name="Sumit Bhatia" userId="ebfa2ab93ee678ab" providerId="LiveId" clId="{716141C7-0BFD-4EFC-B95A-909948F9BD5A}" dt="2026-06-19T21:15:47.019" v="3299" actId="478"/>
          <ac:picMkLst>
            <pc:docMk/>
            <pc:sldMk cId="0" sldId="275"/>
            <ac:picMk id="9" creationId="{00000000-0000-0000-0000-000000000000}"/>
          </ac:picMkLst>
        </pc:picChg>
        <pc:picChg chg="add del mod ord">
          <ac:chgData name="Sumit Bhatia" userId="ebfa2ab93ee678ab" providerId="LiveId" clId="{716141C7-0BFD-4EFC-B95A-909948F9BD5A}" dt="2026-06-19T21:16:03.742" v="3307" actId="478"/>
          <ac:picMkLst>
            <pc:docMk/>
            <pc:sldMk cId="0" sldId="275"/>
            <ac:picMk id="16" creationId="{9A649845-ED9E-A32B-732C-6DFC84FE7AD2}"/>
          </ac:picMkLst>
        </pc:picChg>
        <pc:picChg chg="add mod">
          <ac:chgData name="Sumit Bhatia" userId="ebfa2ab93ee678ab" providerId="LiveId" clId="{716141C7-0BFD-4EFC-B95A-909948F9BD5A}" dt="2026-06-19T21:46:47.984" v="3622" actId="1076"/>
          <ac:picMkLst>
            <pc:docMk/>
            <pc:sldMk cId="0" sldId="275"/>
            <ac:picMk id="20" creationId="{A9B9DD51-143C-C69B-DAE4-06BE80E0554C}"/>
          </ac:picMkLst>
        </pc:picChg>
      </pc:sldChg>
      <pc:sldChg chg="new del mod chgLayout">
        <pc:chgData name="Sumit Bhatia" userId="ebfa2ab93ee678ab" providerId="LiveId" clId="{716141C7-0BFD-4EFC-B95A-909948F9BD5A}" dt="2026-06-19T06:31:56.020" v="1847" actId="47"/>
        <pc:sldMkLst>
          <pc:docMk/>
          <pc:sldMk cId="40296057" sldId="276"/>
        </pc:sldMkLst>
      </pc:sldChg>
      <pc:sldMasterChg chg="modTransition modSldLayout">
        <pc:chgData name="Sumit Bhatia" userId="ebfa2ab93ee678ab" providerId="LiveId" clId="{716141C7-0BFD-4EFC-B95A-909948F9BD5A}" dt="2026-06-19T22:26:55.776" v="4037"/>
        <pc:sldMasterMkLst>
          <pc:docMk/>
          <pc:sldMasterMk cId="537934507" sldId="2147483676"/>
        </pc:sldMasterMkLst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1962810920" sldId="2147483677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809647987" sldId="2147483678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3801051052" sldId="2147483679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2115507095" sldId="2147483680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3106258540" sldId="2147483681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3168267083" sldId="2147483682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4240572248" sldId="2147483683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2626958488" sldId="2147483684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3623386855" sldId="2147483685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2847667080" sldId="2147483686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3519229237" sldId="2147483687"/>
          </pc:sldLayoutMkLst>
        </pc:sldLayoutChg>
        <pc:sldLayoutChg chg="modTransition">
          <pc:chgData name="Sumit Bhatia" userId="ebfa2ab93ee678ab" providerId="LiveId" clId="{716141C7-0BFD-4EFC-B95A-909948F9BD5A}" dt="2026-06-19T22:26:55.776" v="4037"/>
          <pc:sldLayoutMkLst>
            <pc:docMk/>
            <pc:sldMasterMk cId="537934507" sldId="2147483676"/>
            <pc:sldLayoutMk cId="3592059219" sldId="2147483688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Engagement (relative)</c:v>
                </c:pt>
              </c:strCache>
            </c:strRef>
          </c:tx>
          <c:spPr>
            <a:solidFill>
              <a:srgbClr val="4A1D6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377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3D7-4279-8649-D7B2817D340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1476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3D7-4279-8649-D7B2817D340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2613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3D7-4279-8649-D7B2817D340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Low-frequency</c:v>
                </c:pt>
                <c:pt idx="1">
                  <c:v>Medium-frequency</c:v>
                </c:pt>
                <c:pt idx="2">
                  <c:v>High-frequency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377</c:v>
                </c:pt>
                <c:pt idx="1">
                  <c:v>1476</c:v>
                </c:pt>
                <c:pt idx="2">
                  <c:v>2613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1C-4943-B63A-C523F6AF4A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1FB"/>
    </a:solidFill>
    <a:ln>
      <a:noFill/>
    </a:ln>
    <a:effectLst>
      <a:outerShdw blurRad="114300" dist="38100" dir="5400000" algn="ctr" rotWithShape="0">
        <a:srgbClr val="000000">
          <a:alpha val="14000"/>
        </a:srgbClr>
      </a:outerShdw>
    </a:effectLst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per Photo</c:v>
                </c:pt>
              </c:strCache>
            </c:strRef>
          </c:tx>
          <c:spPr>
            <a:solidFill>
              <a:srgbClr val="C2356B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63.35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BDA-418F-9529-E1905D3B6BB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64.17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BDA-418F-9529-E1905D3B6BB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62.26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BDA-418F-9529-E1905D3B6BB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Low-frequency</c:v>
                </c:pt>
                <c:pt idx="1">
                  <c:v>Medium-frequency</c:v>
                </c:pt>
                <c:pt idx="2">
                  <c:v>High-frequency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63.35</c:v>
                </c:pt>
                <c:pt idx="1">
                  <c:v>64.17</c:v>
                </c:pt>
                <c:pt idx="2">
                  <c:v>62.26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48-4CA3-9C73-538A480B50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BEFF3"/>
    </a:solidFill>
    <a:ln>
      <a:noFill/>
    </a:ln>
    <a:effectLst>
      <a:outerShdw blurRad="114300" dist="38100" dir="5400000" algn="ctr" rotWithShape="0">
        <a:srgbClr val="000000">
          <a:alpha val="14000"/>
        </a:srgbClr>
      </a:outerShdw>
    </a:effectLst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2356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2717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#fashion</c:v>
                </c:pt>
                <c:pt idx="1">
                  <c:v>#concert</c:v>
                </c:pt>
                <c:pt idx="2">
                  <c:v>#hair</c:v>
                </c:pt>
                <c:pt idx="3">
                  <c:v>#fun</c:v>
                </c:pt>
                <c:pt idx="4">
                  <c:v>#lol</c:v>
                </c:pt>
                <c:pt idx="5">
                  <c:v>#happy</c:v>
                </c:pt>
                <c:pt idx="6">
                  <c:v>#sunrise</c:v>
                </c:pt>
                <c:pt idx="7">
                  <c:v>#drunk</c:v>
                </c:pt>
                <c:pt idx="8">
                  <c:v>#landscape</c:v>
                </c:pt>
                <c:pt idx="9">
                  <c:v>#style</c:v>
                </c:pt>
                <c:pt idx="10">
                  <c:v>#beach</c:v>
                </c:pt>
                <c:pt idx="11">
                  <c:v>#party</c:v>
                </c:pt>
                <c:pt idx="12">
                  <c:v>#smile</c:v>
                </c:pt>
                <c:pt idx="13">
                  <c:v>#dreamy</c:v>
                </c:pt>
                <c:pt idx="14">
                  <c:v>#photography</c:v>
                </c:pt>
                <c:pt idx="15">
                  <c:v>#food</c:v>
                </c:pt>
                <c:pt idx="16">
                  <c:v>#stunning</c:v>
                </c:pt>
                <c:pt idx="17">
                  <c:v>#sunset</c:v>
                </c:pt>
                <c:pt idx="18">
                  <c:v>#foodie</c:v>
                </c:pt>
                <c:pt idx="19">
                  <c:v>#beauty</c:v>
                </c:pt>
                <c:pt idx="20">
                  <c:v>#delicious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62.53</c:v>
                </c:pt>
                <c:pt idx="1">
                  <c:v>62.54</c:v>
                </c:pt>
                <c:pt idx="2">
                  <c:v>62.87</c:v>
                </c:pt>
                <c:pt idx="3">
                  <c:v>62.89</c:v>
                </c:pt>
                <c:pt idx="4">
                  <c:v>63</c:v>
                </c:pt>
                <c:pt idx="5">
                  <c:v>63</c:v>
                </c:pt>
                <c:pt idx="6">
                  <c:v>63</c:v>
                </c:pt>
                <c:pt idx="7">
                  <c:v>63.05</c:v>
                </c:pt>
                <c:pt idx="8">
                  <c:v>63.29</c:v>
                </c:pt>
                <c:pt idx="9">
                  <c:v>63.29</c:v>
                </c:pt>
                <c:pt idx="10">
                  <c:v>63.43</c:v>
                </c:pt>
                <c:pt idx="11">
                  <c:v>63.44</c:v>
                </c:pt>
                <c:pt idx="12">
                  <c:v>63.69</c:v>
                </c:pt>
                <c:pt idx="13">
                  <c:v>63.9</c:v>
                </c:pt>
                <c:pt idx="14">
                  <c:v>64</c:v>
                </c:pt>
                <c:pt idx="15">
                  <c:v>64.13</c:v>
                </c:pt>
                <c:pt idx="16">
                  <c:v>64.25</c:v>
                </c:pt>
                <c:pt idx="17">
                  <c:v>64.42</c:v>
                </c:pt>
                <c:pt idx="18">
                  <c:v>64.64</c:v>
                </c:pt>
                <c:pt idx="19">
                  <c:v>65.150000000000006</c:v>
                </c:pt>
                <c:pt idx="20">
                  <c:v>65.27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B1-4B7F-A1DF-31F57465E2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r>
                  <a:rPr lang="en-IN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Hashtag</a:t>
                </a:r>
              </a:p>
            </c:rich>
          </c:tx>
          <c:layout>
            <c:manualLayout>
              <c:xMode val="edge"/>
              <c:yMode val="edge"/>
              <c:x val="2.0102339181286549E-2"/>
              <c:y val="0.3860783027121609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2717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1"/>
        <c:axPos val="b"/>
        <c:title>
          <c:tx>
            <c:rich>
              <a:bodyPr/>
              <a:lstStyle/>
              <a:p>
                <a:pPr>
                  <a:defRPr sz="1100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r>
                  <a:rPr lang="en-IN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Average Engagement Per</a:t>
                </a:r>
                <a:r>
                  <a:rPr lang="en-IN" sz="1100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 Post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0.61411739650964681"/>
              <c:y val="0.92608742303438485"/>
            </c:manualLayout>
          </c:layout>
          <c:overlay val="0"/>
        </c:title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BEFF3"/>
    </a:solidFill>
    <a:ln>
      <a:noFill/>
    </a:ln>
    <a:effectLst>
      <a:outerShdw blurRad="114300" dist="38100" dir="5400000" algn="ctr" rotWithShape="0">
        <a:srgbClr val="000000">
          <a:alpha val="14000"/>
        </a:srgbClr>
      </a:outerShdw>
    </a:effectLst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0696123560456609"/>
          <c:y val="0.27538244612627305"/>
          <c:w val="0.55721359479769106"/>
          <c:h val="0.5894724324507980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1D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17-478B-A166-5EA1120BB903}"/>
              </c:ext>
            </c:extLst>
          </c:dPt>
          <c:dPt>
            <c:idx val="1"/>
            <c:bubble3D val="0"/>
            <c:spPr>
              <a:solidFill>
                <a:srgbClr val="C235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17-478B-A166-5EA1120BB903}"/>
              </c:ext>
            </c:extLst>
          </c:dPt>
          <c:dPt>
            <c:idx val="2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17-478B-A166-5EA1120BB903}"/>
              </c:ext>
            </c:extLst>
          </c:dPt>
          <c:dPt>
            <c:idx val="3"/>
            <c:bubble3D val="0"/>
            <c:spPr>
              <a:solidFill>
                <a:srgbClr val="8856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17-478B-A166-5EA1120BB903}"/>
              </c:ext>
            </c:extLst>
          </c:dPt>
          <c:dPt>
            <c:idx val="4"/>
            <c:bubble3D val="0"/>
            <c:spPr>
              <a:solidFill>
                <a:srgbClr val="E07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617-478B-A166-5EA1120BB90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617-478B-A166-5EA1120BB90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617-478B-A166-5EA1120BB90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617-478B-A166-5EA1120BB90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617-478B-A166-5EA1120BB90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617-478B-A166-5EA1120BB90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Highly Engaged User</c:v>
                </c:pt>
                <c:pt idx="1">
                  <c:v>Content Creator</c:v>
                </c:pt>
                <c:pt idx="2">
                  <c:v>Active Consumer</c:v>
                </c:pt>
                <c:pt idx="3">
                  <c:v>Inactive User</c:v>
                </c:pt>
                <c:pt idx="4">
                  <c:v>Casual User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12</c:v>
                </c:pt>
                <c:pt idx="2">
                  <c:v>13</c:v>
                </c:pt>
                <c:pt idx="3">
                  <c:v>13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617-478B-A166-5EA1120BB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5745423129205758E-2"/>
          <c:y val="5.1674183930892147E-2"/>
          <c:w val="0.89562100996670269"/>
          <c:h val="0.18737418138266701"/>
        </c:manualLayout>
      </c:layout>
      <c:overlay val="0"/>
      <c:txPr>
        <a:bodyPr/>
        <a:lstStyle/>
        <a:p>
          <a:pPr>
            <a:defRPr sz="1300" b="1">
              <a:solidFill>
                <a:srgbClr val="27174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BEFF3"/>
    </a:solidFill>
    <a:ln>
      <a:noFill/>
    </a:ln>
    <a:effectLst>
      <a:outerShdw blurRad="114300" dist="38100" dir="5400000" algn="ctr" rotWithShape="0">
        <a:srgbClr val="000000">
          <a:alpha val="14000"/>
        </a:srgbClr>
      </a:outerShdw>
    </a:effectLst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A35EDC-FA04-9823-F922-C7875AD25B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5C69B-1FF8-A8C4-DAB1-0C95E8E6E1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CE6DF-7399-410C-9AEB-5D3C7F5384CD}" type="datetimeFigureOut">
              <a:rPr lang="en-IN" smtClean="0"/>
              <a:t>20-06-2026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8642A-84F2-6C2B-2340-AE7AFE1193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746E0-526D-50D9-FA34-AD4F034F3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96E00-9F45-483C-AFEF-6767AEF552E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5209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9243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109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479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510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5070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2585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2670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722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9584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3868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6670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2292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0592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93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wSXXQboFYXgJXxccj4i-cKfIX5QtdPwH/vie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6"/>
          <p:cNvSpPr/>
          <p:nvPr/>
        </p:nvSpPr>
        <p:spPr>
          <a:xfrm>
            <a:off x="673372" y="5349239"/>
            <a:ext cx="6988961" cy="68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4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Sumit Suprabhat Bhatia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 School SQL Project - January 2026 Batch</a:t>
            </a:r>
            <a:endParaRPr lang="en-US" sz="1250" dirty="0"/>
          </a:p>
        </p:txBody>
      </p:sp>
      <p:sp>
        <p:nvSpPr>
          <p:cNvPr id="21" name="Google Shape;127;p15">
            <a:extLst>
              <a:ext uri="{FF2B5EF4-FFF2-40B4-BE49-F238E27FC236}">
                <a16:creationId xmlns:a16="http://schemas.microsoft.com/office/drawing/2014/main" id="{ACE94BFC-15DB-D682-1602-090CD3E4EF2D}"/>
              </a:ext>
            </a:extLst>
          </p:cNvPr>
          <p:cNvSpPr/>
          <p:nvPr/>
        </p:nvSpPr>
        <p:spPr>
          <a:xfrm flipV="1">
            <a:off x="674184" y="5147690"/>
            <a:ext cx="7419048" cy="36000"/>
          </a:xfrm>
          <a:prstGeom prst="rect">
            <a:avLst/>
          </a:prstGeom>
          <a:solidFill>
            <a:srgbClr val="E8B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2D6E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A63FD0C-83CD-5023-3C31-D93B65C51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33" y="186266"/>
            <a:ext cx="4412725" cy="416850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3372" y="659103"/>
            <a:ext cx="7419049" cy="43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b="1" kern="0" spc="200" dirty="0">
                <a:solidFill>
                  <a:srgbClr val="F299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 INSTAGRAM (IG_CLONE) SQL ANALYSIS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FFFFFF"/>
              </a:solidFill>
              <a:latin typeface="Arial" panose="020B0604020202020204" pitchFamily="34" charset="0"/>
              <a:ea typeface="Plus Jakarta Sans ExtraBold"/>
              <a:cs typeface="Arial" panose="020B0604020202020204" pitchFamily="34" charset="0"/>
              <a:sym typeface="Plus Jakarta Sans ExtraBold"/>
            </a:endParaRPr>
          </a:p>
          <a:p>
            <a:pPr lvl="0">
              <a:lnSpc>
                <a:spcPct val="110000"/>
              </a:lnSpc>
            </a:pPr>
            <a:r>
              <a:rPr lang="en-US" sz="4400" dirty="0">
                <a:solidFill>
                  <a:srgbClr val="FFFFFF"/>
                </a:solidFill>
                <a:ea typeface="Plus Jakarta Sans ExtraBold"/>
                <a:cs typeface="Plus Jakarta Sans ExtraBold"/>
                <a:sym typeface="Plus Jakarta Sans ExtraBold"/>
              </a:rPr>
              <a:t>The Story of </a:t>
            </a:r>
            <a:br>
              <a:rPr lang="en-US" sz="4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</a:br>
            <a:r>
              <a:rPr lang="en-US" sz="4400" dirty="0">
                <a:solidFill>
                  <a:srgbClr val="E6B56C"/>
                </a:solidFill>
                <a:ea typeface="Calibri"/>
                <a:cs typeface="Plus Jakarta Sans ExtraBold"/>
                <a:sym typeface="Plus Jakarta Sans ExtraBold"/>
              </a:rPr>
              <a:t>S</a:t>
            </a:r>
            <a:r>
              <a:rPr lang="en-US" sz="4400" dirty="0">
                <a:solidFill>
                  <a:srgbClr val="F2AA86"/>
                </a:solidFill>
                <a:ea typeface="Calibri"/>
                <a:cs typeface="Plus Jakarta Sans ExtraBold"/>
                <a:sym typeface="Plus Jakarta Sans ExtraBold"/>
              </a:rPr>
              <a:t>o</a:t>
            </a:r>
            <a:r>
              <a:rPr lang="en-US" sz="4400" dirty="0">
                <a:solidFill>
                  <a:srgbClr val="ED8A59"/>
                </a:solidFill>
                <a:ea typeface="Calibri"/>
                <a:cs typeface="Plus Jakarta Sans ExtraBold"/>
                <a:sym typeface="Plus Jakarta Sans ExtraBold"/>
              </a:rPr>
              <a:t>ci</a:t>
            </a:r>
            <a:r>
              <a:rPr lang="en-US" sz="4400" dirty="0">
                <a:solidFill>
                  <a:srgbClr val="E97132"/>
                </a:solidFill>
                <a:ea typeface="Calibri"/>
                <a:cs typeface="Plus Jakarta Sans ExtraBold"/>
                <a:sym typeface="Plus Jakarta Sans ExtraBold"/>
              </a:rPr>
              <a:t>al</a:t>
            </a:r>
            <a:r>
              <a:rPr lang="en-US" sz="4400" dirty="0">
                <a:solidFill>
                  <a:srgbClr val="FFFFFF"/>
                </a:solidFill>
                <a:ea typeface="Calibri"/>
                <a:cs typeface="Plus Jakarta Sans ExtraBold"/>
                <a:sym typeface="Plus Jakarta Sans ExtraBold"/>
              </a:rPr>
              <a:t> </a:t>
            </a:r>
            <a:r>
              <a:rPr lang="en-US" sz="4400" dirty="0">
                <a:solidFill>
                  <a:srgbClr val="E28700"/>
                </a:solidFill>
                <a:ea typeface="Calibri"/>
                <a:cs typeface="Plus Jakarta Sans ExtraBold"/>
                <a:sym typeface="Plus Jakarta Sans ExtraBold"/>
              </a:rPr>
              <a:t>Me</a:t>
            </a:r>
            <a:r>
              <a:rPr lang="en-US" sz="4400" dirty="0">
                <a:solidFill>
                  <a:srgbClr val="F7A209"/>
                </a:solidFill>
                <a:ea typeface="Calibri"/>
                <a:cs typeface="Plus Jakarta Sans ExtraBold"/>
                <a:sym typeface="Plus Jakarta Sans ExtraBold"/>
              </a:rPr>
              <a:t>d</a:t>
            </a:r>
            <a:r>
              <a:rPr lang="en-US" sz="4400" dirty="0">
                <a:solidFill>
                  <a:srgbClr val="FF9966"/>
                </a:solidFill>
                <a:ea typeface="Calibri"/>
                <a:cs typeface="Plus Jakarta Sans ExtraBold"/>
                <a:sym typeface="Plus Jakarta Sans ExtraBold"/>
              </a:rPr>
              <a:t>i</a:t>
            </a:r>
            <a:r>
              <a:rPr lang="en-US" sz="4400" dirty="0">
                <a:solidFill>
                  <a:srgbClr val="FF7C80"/>
                </a:solidFill>
                <a:ea typeface="Calibri"/>
                <a:cs typeface="Plus Jakarta Sans ExtraBold"/>
                <a:sym typeface="Plus Jakarta Sans ExtraBold"/>
              </a:rPr>
              <a:t>a</a:t>
            </a:r>
            <a:r>
              <a:rPr lang="en-US" sz="4400" dirty="0">
                <a:solidFill>
                  <a:srgbClr val="FFFFFF"/>
                </a:solidFill>
                <a:ea typeface="Calibri"/>
                <a:cs typeface="Plus Jakarta Sans ExtraBold"/>
                <a:sym typeface="Plus Jakarta Sans ExtraBold"/>
              </a:rPr>
              <a:t> </a:t>
            </a:r>
            <a:r>
              <a:rPr lang="en-US" sz="4400" dirty="0">
                <a:solidFill>
                  <a:srgbClr val="FF5050"/>
                </a:solidFill>
                <a:ea typeface="Calibri"/>
                <a:cs typeface="Plus Jakarta Sans ExtraBold"/>
                <a:sym typeface="Plus Jakarta Sans ExtraBold"/>
              </a:rPr>
              <a:t>An</a:t>
            </a:r>
            <a:r>
              <a:rPr lang="en-US" sz="4400" dirty="0">
                <a:solidFill>
                  <a:srgbClr val="FF4F96"/>
                </a:solidFill>
                <a:ea typeface="Calibri"/>
                <a:cs typeface="Plus Jakarta Sans ExtraBold"/>
                <a:sym typeface="Plus Jakarta Sans ExtraBold"/>
              </a:rPr>
              <a:t>a</a:t>
            </a:r>
            <a:r>
              <a:rPr lang="en-US" sz="4400" dirty="0">
                <a:solidFill>
                  <a:srgbClr val="FF0066"/>
                </a:solidFill>
                <a:ea typeface="Calibri"/>
                <a:cs typeface="Plus Jakarta Sans ExtraBold"/>
                <a:sym typeface="Plus Jakarta Sans ExtraBold"/>
              </a:rPr>
              <a:t>l</a:t>
            </a:r>
            <a:r>
              <a:rPr lang="en-US" sz="4400" dirty="0">
                <a:solidFill>
                  <a:srgbClr val="FF0000"/>
                </a:solidFill>
                <a:ea typeface="Calibri"/>
                <a:cs typeface="Plus Jakarta Sans ExtraBold"/>
                <a:sym typeface="Plus Jakarta Sans ExtraBold"/>
              </a:rPr>
              <a:t>ys</a:t>
            </a:r>
            <a:r>
              <a:rPr lang="en-US" sz="4400" dirty="0">
                <a:solidFill>
                  <a:srgbClr val="B00000"/>
                </a:solidFill>
                <a:ea typeface="Calibri"/>
                <a:cs typeface="Plus Jakarta Sans ExtraBold"/>
                <a:sym typeface="Plus Jakarta Sans ExtraBold"/>
              </a:rPr>
              <a:t>is</a:t>
            </a:r>
          </a:p>
          <a:p>
            <a:pPr>
              <a:lnSpc>
                <a:spcPct val="110000"/>
              </a:lnSpc>
            </a:pPr>
            <a:endParaRPr lang="en-US" sz="2400" b="1" dirty="0">
              <a:solidFill>
                <a:srgbClr val="E8B7D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8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Story of Engagement &amp; Growth</a:t>
            </a:r>
          </a:p>
          <a:p>
            <a:pPr>
              <a:lnSpc>
                <a:spcPct val="110000"/>
              </a:lnSpc>
            </a:pPr>
            <a:endParaRPr lang="en-US" sz="2400" b="1" dirty="0">
              <a:solidFill>
                <a:srgbClr val="E8B7D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C9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photos, likes, comments, follows and tags reveal who Instagram’s most valuable users are, and how to keep them.</a:t>
            </a: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DF376B6A-318E-ADBD-1EA0-0D9CD295D5F8}"/>
              </a:ext>
            </a:extLst>
          </p:cNvPr>
          <p:cNvSpPr/>
          <p:nvPr/>
        </p:nvSpPr>
        <p:spPr>
          <a:xfrm>
            <a:off x="9670671" y="1920388"/>
            <a:ext cx="566928" cy="566928"/>
          </a:xfrm>
          <a:prstGeom prst="ellipse">
            <a:avLst/>
          </a:prstGeom>
          <a:solidFill>
            <a:srgbClr val="4A1D6E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4" name="Image 0" descr="/home/claude/ppt/assets/instagram_white.png">
            <a:extLst>
              <a:ext uri="{FF2B5EF4-FFF2-40B4-BE49-F238E27FC236}">
                <a16:creationId xmlns:a16="http://schemas.microsoft.com/office/drawing/2014/main" id="{757716F7-93EE-7A1B-3B82-9ABA48505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405" y="2047947"/>
            <a:ext cx="313460" cy="311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67764"/>
            <a:ext cx="3502152" cy="2331720"/>
          </a:xfrm>
          <a:prstGeom prst="roundRect">
            <a:avLst>
              <a:gd name="adj" fmla="val 3922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914400" y="2212848"/>
            <a:ext cx="566928" cy="566928"/>
          </a:xfrm>
          <a:prstGeom prst="ellipse">
            <a:avLst/>
          </a:prstGeom>
          <a:solidFill>
            <a:srgbClr val="4A1D6E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/home/claude/ppt/assets/instagr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59" y="2340407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067" y="2926080"/>
            <a:ext cx="3397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About Instagram and Problem Statement</a:t>
            </a:r>
            <a:endParaRPr lang="en-US" sz="1300" b="1" dirty="0"/>
          </a:p>
        </p:txBody>
      </p:sp>
      <p:sp>
        <p:nvSpPr>
          <p:cNvPr id="9" name="Shape 6"/>
          <p:cNvSpPr/>
          <p:nvPr/>
        </p:nvSpPr>
        <p:spPr>
          <a:xfrm>
            <a:off x="4389120" y="1678601"/>
            <a:ext cx="3502152" cy="2331720"/>
          </a:xfrm>
          <a:prstGeom prst="roundRect">
            <a:avLst>
              <a:gd name="adj" fmla="val 3922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4663440" y="2212848"/>
            <a:ext cx="566928" cy="566928"/>
          </a:xfrm>
          <a:prstGeom prst="ellipse">
            <a:avLst/>
          </a:prstGeom>
          <a:solidFill>
            <a:srgbClr val="C2356B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1" name="Image 1" descr="/home/claude/ppt/asset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999" y="2340407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6601" y="2926080"/>
            <a:ext cx="3358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 Database schema and Data Description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38160" y="1671151"/>
            <a:ext cx="3502152" cy="2331720"/>
          </a:xfrm>
          <a:prstGeom prst="roundRect">
            <a:avLst>
              <a:gd name="adj" fmla="val 3922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1"/>
          <p:cNvSpPr/>
          <p:nvPr/>
        </p:nvSpPr>
        <p:spPr>
          <a:xfrm>
            <a:off x="8412480" y="2212848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6" name="Image 2" descr="/home/claude/ppt/asset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039" y="2340407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889504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3. User Activity &amp; Engagement Patterns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0080" y="4251960"/>
            <a:ext cx="3502152" cy="2331720"/>
          </a:xfrm>
          <a:prstGeom prst="roundRect">
            <a:avLst>
              <a:gd name="adj" fmla="val 3922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Shape 15"/>
          <p:cNvSpPr/>
          <p:nvPr/>
        </p:nvSpPr>
        <p:spPr>
          <a:xfrm>
            <a:off x="914400" y="4818888"/>
            <a:ext cx="566928" cy="566928"/>
          </a:xfrm>
          <a:prstGeom prst="ellipse">
            <a:avLst/>
          </a:prstGeom>
          <a:solidFill>
            <a:srgbClr val="4A1D6E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1" name="Image 3" descr="/home/claude/ppt/assets/hashta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959" y="4946447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5321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4. Hashtags and Content themes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402887" y="4251960"/>
            <a:ext cx="3502152" cy="2331720"/>
          </a:xfrm>
          <a:prstGeom prst="roundRect">
            <a:avLst>
              <a:gd name="adj" fmla="val 3922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19"/>
          <p:cNvSpPr/>
          <p:nvPr/>
        </p:nvSpPr>
        <p:spPr>
          <a:xfrm>
            <a:off x="4663440" y="4818888"/>
            <a:ext cx="566928" cy="566928"/>
          </a:xfrm>
          <a:prstGeom prst="ellipse">
            <a:avLst/>
          </a:prstGeom>
          <a:solidFill>
            <a:srgbClr val="C2356B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6" name="Image 4" descr="/home/claude/ppt/assets/gif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0999" y="4946447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3891" y="5539520"/>
            <a:ext cx="3347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5. Loyalty, influencer scores and rewards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138160" y="4251960"/>
            <a:ext cx="3502152" cy="2331720"/>
          </a:xfrm>
          <a:prstGeom prst="roundRect">
            <a:avLst>
              <a:gd name="adj" fmla="val 3922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Shape 23"/>
          <p:cNvSpPr/>
          <p:nvPr/>
        </p:nvSpPr>
        <p:spPr>
          <a:xfrm>
            <a:off x="8412480" y="4818888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1" name="Image 5" descr="/home/claude/ppt/assets/chartli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039" y="4946447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5536133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6. Key insights and recommendations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Instagram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04913" y="1874520"/>
            <a:ext cx="6109547" cy="4434840"/>
          </a:xfrm>
          <a:prstGeom prst="roundRect">
            <a:avLst>
              <a:gd name="adj" fmla="val 2577"/>
            </a:avLst>
          </a:prstGeom>
          <a:solidFill>
            <a:srgbClr val="FBEFF3"/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launched in 2010 as a simple photo-sharing app, now a core pillar of Meta’s Family of Apps.</a:t>
            </a:r>
            <a:endParaRPr lang="en-US" sz="1400" b="1" dirty="0"/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four core actions: post, like, comment, follow - the exact mechanics this analysis is built on.</a:t>
            </a:r>
            <a:endParaRPr lang="en-US" sz="1400" b="1" dirty="0"/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reports Instagram now reaches well over 3 billion monthly active users worldwide, making engagement data one of the richest behavioural datasets in tech.</a:t>
            </a:r>
            <a:endParaRPr lang="en-US" sz="1400" b="1" dirty="0"/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ig_clone database mirrors this structure at small scale: 7 tables, the same core mechanics, ready to mine for insight.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7315200" y="1920239"/>
            <a:ext cx="3703320" cy="3176693"/>
          </a:xfrm>
          <a:prstGeom prst="roundRect">
            <a:avLst>
              <a:gd name="adj" fmla="val 2721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7882128" y="2103120"/>
            <a:ext cx="594360" cy="594360"/>
          </a:xfrm>
          <a:prstGeom prst="ellipse">
            <a:avLst/>
          </a:prstGeom>
          <a:solidFill>
            <a:srgbClr val="4A1D6E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/home/claude/ppt/asset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859" y="223685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802368" y="2103120"/>
            <a:ext cx="594360" cy="594360"/>
          </a:xfrm>
          <a:prstGeom prst="ellipse">
            <a:avLst/>
          </a:prstGeom>
          <a:solidFill>
            <a:srgbClr val="C2356B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1" name="Image 1" descr="/home/claude/ppt/assets/he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099" y="223685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35440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82128" y="3794760"/>
            <a:ext cx="594360" cy="59436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5" name="Image 2" descr="/home/claude/ppt/assets/comme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5859" y="392849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4526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802368" y="3794760"/>
            <a:ext cx="594360" cy="594360"/>
          </a:xfrm>
          <a:prstGeom prst="ellipse">
            <a:avLst/>
          </a:prstGeom>
          <a:solidFill>
            <a:srgbClr val="8856A7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9" name="Image 3" descr="/home/claude/ppt/asset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6099" y="3928491"/>
            <a:ext cx="326898" cy="32689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35440" y="4526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315200" y="5349240"/>
            <a:ext cx="3703320" cy="1005840"/>
          </a:xfrm>
          <a:prstGeom prst="roundRect">
            <a:avLst>
              <a:gd name="adj" fmla="val 9091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3B+</a:t>
            </a:r>
          </a:p>
          <a:p>
            <a:pPr algn="ct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 worldwide for Meta in 2026</a:t>
            </a:r>
            <a:endParaRPr lang="en-US" sz="1100" b="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73689" y="626209"/>
            <a:ext cx="1109133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73689" y="1529741"/>
            <a:ext cx="10219268" cy="4161367"/>
          </a:xfrm>
          <a:prstGeom prst="roundRect">
            <a:avLst>
              <a:gd name="adj" fmla="val 2128"/>
            </a:avLst>
          </a:prstGeom>
          <a:solidFill>
            <a:srgbClr val="FBEFF3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952498" y="1708573"/>
            <a:ext cx="92930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250" b="1" kern="0" spc="200" dirty="0">
                <a:solidFill>
                  <a:srgbClr val="C2356B"/>
                </a:solidFill>
                <a:latin typeface="Arial" pitchFamily="34" charset="0"/>
                <a:cs typeface="Arial" pitchFamily="34" charset="-120"/>
              </a:rPr>
              <a:t>THE ROLE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9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hired as a data analyst at Meta and asked to collaborate with the Marketing team.”</a:t>
            </a:r>
            <a:endParaRPr lang="en-US" sz="1900" b="1" dirty="0"/>
          </a:p>
        </p:txBody>
      </p:sp>
      <p:sp>
        <p:nvSpPr>
          <p:cNvPr id="6" name="Text 4"/>
          <p:cNvSpPr/>
          <p:nvPr/>
        </p:nvSpPr>
        <p:spPr>
          <a:xfrm>
            <a:off x="964776" y="2694094"/>
            <a:ext cx="9436948" cy="2533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2000"/>
              </a:lnSpc>
            </a:pPr>
            <a:r>
              <a:rPr lang="en-US" sz="1250" b="1" kern="0" spc="200" dirty="0">
                <a:solidFill>
                  <a:srgbClr val="C2356B"/>
                </a:solidFill>
                <a:latin typeface="Arial" pitchFamily="34" charset="0"/>
                <a:cs typeface="Arial" pitchFamily="34" charset="-120"/>
              </a:rPr>
              <a:t>THE CHALLENGE</a:t>
            </a:r>
          </a:p>
          <a:p>
            <a:pPr marL="0" indent="0">
              <a:lnSpc>
                <a:spcPct val="132000"/>
              </a:lnSpc>
              <a:buNone/>
            </a:pPr>
            <a:endParaRPr lang="en-US" sz="1350" b="1" dirty="0">
              <a:solidFill>
                <a:srgbClr val="2717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 Marketing team wants to leverage Instagram’s user data to develop targeted marketing strategies that will increase </a:t>
            </a:r>
          </a:p>
          <a:p>
            <a:pPr marL="285750" indent="-28575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User engagement</a:t>
            </a:r>
          </a:p>
          <a:p>
            <a:pPr marL="285750" indent="-28575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</a:p>
          <a:p>
            <a:pPr marL="285750" indent="-28575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</a:p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Provide insights and recommendations to address these three core objectives.</a:t>
            </a:r>
            <a:endParaRPr lang="en-US" sz="1350" b="1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8F35A14D-8087-2992-BC99-EC2C83AA63D3}"/>
              </a:ext>
            </a:extLst>
          </p:cNvPr>
          <p:cNvSpPr/>
          <p:nvPr/>
        </p:nvSpPr>
        <p:spPr>
          <a:xfrm>
            <a:off x="873689" y="5830623"/>
            <a:ext cx="10219268" cy="382219"/>
          </a:xfrm>
          <a:prstGeom prst="roundRect">
            <a:avLst>
              <a:gd name="adj" fmla="val 9091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ig_clone dataset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">
            <a:extLst>
              <a:ext uri="{FF2B5EF4-FFF2-40B4-BE49-F238E27FC236}">
                <a16:creationId xmlns:a16="http://schemas.microsoft.com/office/drawing/2014/main" id="{308DB0CB-E361-B757-F08B-714F74E6A675}"/>
              </a:ext>
            </a:extLst>
          </p:cNvPr>
          <p:cNvSpPr/>
          <p:nvPr/>
        </p:nvSpPr>
        <p:spPr>
          <a:xfrm>
            <a:off x="699421" y="1453896"/>
            <a:ext cx="5030172" cy="4956387"/>
          </a:xfrm>
          <a:prstGeom prst="roundRect">
            <a:avLst>
              <a:gd name="adj" fmla="val 2128"/>
            </a:avLst>
          </a:prstGeom>
          <a:solidFill>
            <a:srgbClr val="FBEFF3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users: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Every account on the platform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photos: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Posts uploaded by users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likes: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Who liked what, and when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comments: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Text replies on posts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follows: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Follower → followee links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tags: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The hashtag library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photo_tags: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Hashtags mapped to posts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9421" y="676656"/>
            <a:ext cx="109154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Schema, Seven Connected Tables</a:t>
            </a:r>
            <a:endParaRPr lang="en-US" sz="3100" dirty="0"/>
          </a:p>
        </p:txBody>
      </p:sp>
      <p:sp>
        <p:nvSpPr>
          <p:cNvPr id="25" name="Shape 16"/>
          <p:cNvSpPr/>
          <p:nvPr/>
        </p:nvSpPr>
        <p:spPr>
          <a:xfrm>
            <a:off x="6014720" y="1453897"/>
            <a:ext cx="5897880" cy="4956386"/>
          </a:xfrm>
          <a:prstGeom prst="roundRect">
            <a:avLst>
              <a:gd name="adj" fmla="val 1887"/>
            </a:avLst>
          </a:prstGeom>
          <a:solidFill>
            <a:schemeClr val="bg1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26" name="Image 7" descr="/mnt/user-data/uploads/ig_clone__Database_Schema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1646992"/>
            <a:ext cx="5633720" cy="4570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004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7914" y="1453895"/>
            <a:ext cx="10789919" cy="4938437"/>
          </a:xfrm>
          <a:prstGeom prst="roundRect">
            <a:avLst>
              <a:gd name="adj" fmla="val 1981"/>
            </a:avLst>
          </a:prstGeom>
          <a:solidFill>
            <a:srgbClr val="FBEFF3"/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comments_id: </a:t>
            </a:r>
            <a:r>
              <a:rPr lang="en-US" sz="17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Unique identifier for each comment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user_id : </a:t>
            </a:r>
            <a:r>
              <a:rPr lang="en-US" sz="17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Unique identifier for each user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created_at: </a:t>
            </a:r>
            <a:r>
              <a:rPr lang="en-US" sz="17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Date of interaction (like, photo, tag)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followee_id: </a:t>
            </a:r>
            <a:r>
              <a:rPr lang="en-US" sz="17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user_id of the followee for a given user</a:t>
            </a:r>
            <a:endParaRPr lang="en-US" sz="17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image_url: </a:t>
            </a:r>
            <a:r>
              <a:rPr lang="en-US" sz="17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Link to the image posted on the platform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comment_text: </a:t>
            </a:r>
            <a:r>
              <a:rPr lang="en-US" sz="17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Text content of a given comment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photo_id: </a:t>
            </a:r>
            <a:r>
              <a:rPr lang="en-US" sz="17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Unique identifier for each photo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follower_id: </a:t>
            </a:r>
            <a:r>
              <a:rPr lang="en-US" sz="17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user_id of the follower for a given user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tag_id: </a:t>
            </a:r>
            <a:r>
              <a:rPr lang="en-US" sz="17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Unique identifier for each tag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username: </a:t>
            </a:r>
            <a:r>
              <a:rPr lang="en-US" sz="17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Username chosen by the user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91989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597829"/>
            <a:ext cx="10789920" cy="4845304"/>
          </a:xfrm>
          <a:prstGeom prst="roundRect">
            <a:avLst>
              <a:gd name="adj" fmla="val 2029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17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</a:t>
            </a:r>
            <a:r>
              <a:rPr lang="en-US" sz="17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NULL values found across every table in the database.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17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 duplicate records detected in any table.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17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Clean &amp; Analysis-Ready: </a:t>
            </a:r>
            <a:r>
              <a:rPr lang="en-US" sz="17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 cleansing required before diving into the analysis ahead.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17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Reliable engagement metrics: Likes, comments, follows and tags can be trusted at face value.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17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Accurate user analysis: Activity scores and loyalty rankings stay undistorted.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17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Reduced cleaning effort: Minimal preprocessing before advanced analytics.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 Levels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53895"/>
            <a:ext cx="10908792" cy="1001437"/>
          </a:xfrm>
          <a:prstGeom prst="roundRect">
            <a:avLst/>
          </a:prstGeom>
          <a:solidFill>
            <a:srgbClr val="FBEFF3"/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Posts, likes and comments were combined into an activity score, then used to sort every account into one of four behavioural tiers - from power users to dormant accounts.</a:t>
            </a:r>
            <a:endParaRPr lang="en-US" sz="1500" b="1" dirty="0"/>
          </a:p>
        </p:txBody>
      </p:sp>
      <p:sp>
        <p:nvSpPr>
          <p:cNvPr id="5" name="Shape 3"/>
          <p:cNvSpPr/>
          <p:nvPr/>
        </p:nvSpPr>
        <p:spPr>
          <a:xfrm>
            <a:off x="640080" y="2645923"/>
            <a:ext cx="10908792" cy="3924209"/>
          </a:xfrm>
          <a:prstGeom prst="roundRect">
            <a:avLst>
              <a:gd name="adj" fmla="val 2502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Power Users: </a:t>
            </a: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most active creators and engagers - they drive a disproportionate share of platform activity.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Highly Active Users: </a:t>
            </a: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Frequent posters and engagers who keep the feed alive day to day.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Moderately Active Users: </a:t>
            </a: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Already engaging with the platform - prime candidates to grow into highly active users.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Inactive Users: </a:t>
            </a: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 meaningful posts, likes or comments - a churn-risk segment that needs re-engagement.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3">
            <a:extLst>
              <a:ext uri="{FF2B5EF4-FFF2-40B4-BE49-F238E27FC236}">
                <a16:creationId xmlns:a16="http://schemas.microsoft.com/office/drawing/2014/main" id="{BBE42665-2D83-60F2-2302-B8D98E559F63}"/>
              </a:ext>
            </a:extLst>
          </p:cNvPr>
          <p:cNvSpPr/>
          <p:nvPr/>
        </p:nvSpPr>
        <p:spPr>
          <a:xfrm>
            <a:off x="1066801" y="1453895"/>
            <a:ext cx="2777066" cy="3693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US" sz="1600" b="1" dirty="0">
                <a:latin typeface="+mj-lt"/>
              </a:rPr>
              <a:t>Low Frequency → 1-3 uploads</a:t>
            </a:r>
            <a:endParaRPr lang="en-IN" sz="160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168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vs Upload Frequency</a:t>
            </a:r>
            <a:endParaRPr lang="en-US" sz="3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232925068"/>
              </p:ext>
            </p:extLst>
          </p:nvPr>
        </p:nvGraphicFramePr>
        <p:xfrm>
          <a:off x="640080" y="2015066"/>
          <a:ext cx="5349240" cy="4111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276082"/>
            <a:ext cx="5349240" cy="365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Total engagement received, by creator upload frequency.</a:t>
            </a:r>
            <a:endParaRPr lang="en-US" sz="1050" b="1" dirty="0"/>
          </a:p>
        </p:txBody>
      </p:sp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2753160473"/>
              </p:ext>
            </p:extLst>
          </p:nvPr>
        </p:nvGraphicFramePr>
        <p:xfrm>
          <a:off x="6263640" y="2015066"/>
          <a:ext cx="5349240" cy="41114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263640" y="6276082"/>
            <a:ext cx="5349240" cy="365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Average engagement per photo - stays near 60-66 regardless of volume.</a:t>
            </a:r>
            <a:endParaRPr lang="en-US" sz="1050" b="1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8ECC4E9-CA0F-97B7-EBD5-C2A81660949B}"/>
              </a:ext>
            </a:extLst>
          </p:cNvPr>
          <p:cNvSpPr/>
          <p:nvPr/>
        </p:nvSpPr>
        <p:spPr>
          <a:xfrm>
            <a:off x="7638627" y="1447538"/>
            <a:ext cx="2947669" cy="3693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US" sz="1600" b="1" dirty="0">
                <a:latin typeface="+mj-lt"/>
              </a:rPr>
              <a:t>High Frequency → 9-12 uploads</a:t>
            </a:r>
            <a:endParaRPr lang="en-IN" sz="1600" dirty="0">
              <a:latin typeface="+mj-lt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BADEBCCE-9CB6-9D08-0A84-89CCA9D0A0A5}"/>
              </a:ext>
            </a:extLst>
          </p:cNvPr>
          <p:cNvSpPr/>
          <p:nvPr/>
        </p:nvSpPr>
        <p:spPr>
          <a:xfrm>
            <a:off x="4227831" y="1441180"/>
            <a:ext cx="3026832" cy="3693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en-US" sz="1600" b="1" dirty="0">
                <a:latin typeface="+mj-lt"/>
              </a:rPr>
              <a:t>Medium Frequency → 4-8 uploads</a:t>
            </a:r>
            <a:endParaRPr lang="en-IN" sz="1600" b="1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Followers vs Followings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5147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latin typeface="Arial" pitchFamily="34" charset="0"/>
                <a:ea typeface="Arial" pitchFamily="34" charset="-122"/>
                <a:cs typeface="Arial" pitchFamily="34" charset="-120"/>
              </a:rPr>
              <a:t>FOLLOWERS 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4333" y="1850051"/>
            <a:ext cx="6675120" cy="3886200"/>
          </a:xfrm>
          <a:prstGeom prst="roundRect">
            <a:avLst>
              <a:gd name="adj" fmla="val 2353"/>
            </a:avLst>
          </a:prstGeom>
          <a:solidFill>
            <a:srgbClr val="FBEFF3"/>
          </a:solidFill>
          <a:ln w="12700">
            <a:solidFill>
              <a:srgbClr val="F7F1FB"/>
            </a:solidFill>
            <a:prstDash val="solid"/>
          </a:ln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4163907" y="1850051"/>
            <a:ext cx="0" cy="38862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804333" y="3840480"/>
            <a:ext cx="667512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826347" y="5819057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latin typeface="Arial" pitchFamily="34" charset="0"/>
                <a:ea typeface="Arial" pitchFamily="34" charset="-122"/>
                <a:cs typeface="Arial" pitchFamily="34" charset="-120"/>
              </a:rPr>
              <a:t>FOLLOWING 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High followers, low following</a:t>
            </a:r>
            <a:endParaRPr lang="en-US" sz="1050" b="1" dirty="0"/>
          </a:p>
        </p:txBody>
      </p:sp>
      <p:sp>
        <p:nvSpPr>
          <p:cNvPr id="11" name="Text 9"/>
          <p:cNvSpPr/>
          <p:nvPr/>
        </p:nvSpPr>
        <p:spPr>
          <a:xfrm>
            <a:off x="443484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High followers, high following</a:t>
            </a:r>
            <a:endParaRPr lang="en-US" sz="1050" b="1" dirty="0"/>
          </a:p>
        </p:txBody>
      </p:sp>
      <p:sp>
        <p:nvSpPr>
          <p:cNvPr id="13" name="Text 11"/>
          <p:cNvSpPr/>
          <p:nvPr/>
        </p:nvSpPr>
        <p:spPr>
          <a:xfrm>
            <a:off x="4389121" y="4640579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Content Consumers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11980" y="5030809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Low followers, high following</a:t>
            </a:r>
            <a:endParaRPr lang="en-US" sz="1050" b="1" dirty="0"/>
          </a:p>
        </p:txBody>
      </p:sp>
      <p:sp>
        <p:nvSpPr>
          <p:cNvPr id="15" name="Shape 13"/>
          <p:cNvSpPr/>
          <p:nvPr/>
        </p:nvSpPr>
        <p:spPr>
          <a:xfrm>
            <a:off x="7818120" y="1874520"/>
            <a:ext cx="3749040" cy="1965960"/>
          </a:xfrm>
          <a:prstGeom prst="roundRect">
            <a:avLst>
              <a:gd name="adj" fmla="val 5128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77 </a:t>
            </a: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highest follower count recorded on the platform.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99 </a:t>
            </a: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highest following count – the platform’s most exploratory user.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18120" y="3979338"/>
            <a:ext cx="3749040" cy="1756913"/>
          </a:xfrm>
          <a:prstGeom prst="roundRect">
            <a:avLst>
              <a:gd name="adj" fmla="val 6701"/>
            </a:avLst>
          </a:prstGeom>
          <a:solidFill>
            <a:srgbClr val="F7F1FB"/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Comparing the two metrics separates true influencers from highly social, exploratory users - each needing a different marketing approach.</a:t>
            </a:r>
            <a:endParaRPr lang="en-US" sz="1400" b="1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AD063A22-1175-58AA-D8D9-4223002953F0}"/>
              </a:ext>
            </a:extLst>
          </p:cNvPr>
          <p:cNvSpPr/>
          <p:nvPr/>
        </p:nvSpPr>
        <p:spPr>
          <a:xfrm>
            <a:off x="1074420" y="459547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Quiet Observers</a:t>
            </a:r>
            <a:endParaRPr lang="en-US" sz="16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24612987-241C-6C90-3EB6-683E288EA9FA}"/>
              </a:ext>
            </a:extLst>
          </p:cNvPr>
          <p:cNvSpPr/>
          <p:nvPr/>
        </p:nvSpPr>
        <p:spPr>
          <a:xfrm>
            <a:off x="1074420" y="5022189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Low followers, low following</a:t>
            </a:r>
            <a:endParaRPr lang="en-US" sz="1050" b="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Hashtag Usage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2468880"/>
          </a:xfrm>
          <a:prstGeom prst="roundRect">
            <a:avLst>
              <a:gd name="adj" fmla="val 3704"/>
            </a:avLst>
          </a:prstGeom>
          <a:solidFill>
            <a:srgbClr val="FBEFF3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2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1.95 </a:t>
            </a:r>
            <a:r>
              <a:rPr lang="en-US" sz="205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average hashtags attached to every single post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2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#dreamy - 35.75 </a:t>
            </a:r>
            <a:r>
              <a:rPr lang="en-US" sz="205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average likes, the single best-performing hashtag on the platform</a:t>
            </a:r>
            <a:endParaRPr lang="en-US" sz="2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09360" y="2130552"/>
            <a:ext cx="498348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881360" cy="1188720"/>
          </a:xfrm>
          <a:prstGeom prst="roundRect">
            <a:avLst/>
          </a:prstGeom>
          <a:solidFill>
            <a:srgbClr val="F7F1FB"/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Tagging behaviour is a direct signal of discoverability: posts with relevant, well-chosen hashtags surface in search and recommendations more often. With tagging averaging under 2 per post, there's clear headroom to nudge creators toward richer, more strategic hashtag use - and #dreamy shows exactly the kind of content that pays off.</a:t>
            </a:r>
            <a:endParaRPr lang="en-US" sz="1300" b="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Hashtags</a:t>
            </a:r>
            <a:endParaRPr lang="en-US" sz="3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191510948"/>
              </p:ext>
            </p:extLst>
          </p:nvPr>
        </p:nvGraphicFramePr>
        <p:xfrm>
          <a:off x="640080" y="169164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91640"/>
            <a:ext cx="3749040" cy="4846320"/>
          </a:xfrm>
          <a:prstGeom prst="roundRect">
            <a:avLst>
              <a:gd name="adj" fmla="val 2439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Food content dominates - #foodie, #delicious and #food all rank in the top 6.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Beauty &amp; aesthetic tags (#beauty, #stunning, #dreamy, #smile) perform almost as strongly.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#delicious ranks #1 with only 15 posts - quality beats posting volume.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#smile has the largest total reach (59 posts, 3,758 total engagement) despite a lower average.</a:t>
            </a:r>
            <a:endParaRPr lang="en-US" sz="1550" b="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Categories and Ad Targeting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97330"/>
            <a:ext cx="10607040" cy="1042670"/>
          </a:xfrm>
          <a:prstGeom prst="roundRect">
            <a:avLst/>
          </a:prstGeom>
          <a:solidFill>
            <a:srgbClr val="FBEFF3"/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Hashtags users engage-with were grouped into broad user’s interest categories. The top 3 hashtag categories for each user reveal exactly which ad types will resonate.</a:t>
            </a:r>
            <a:endParaRPr lang="en-US" sz="1500" b="1" dirty="0"/>
          </a:p>
        </p:txBody>
      </p:sp>
      <p:sp>
        <p:nvSpPr>
          <p:cNvPr id="5" name="Shape 3"/>
          <p:cNvSpPr/>
          <p:nvPr/>
        </p:nvSpPr>
        <p:spPr>
          <a:xfrm>
            <a:off x="640080" y="2717799"/>
            <a:ext cx="10607041" cy="3308773"/>
          </a:xfrm>
          <a:prstGeom prst="roundRect">
            <a:avLst>
              <a:gd name="adj" fmla="val 4405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Food: </a:t>
            </a: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Restaurants, delivery apps, cuisine brands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Fashion: </a:t>
            </a: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Clothing brands &amp; retailers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Travel: </a:t>
            </a: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Airlines, hotels, holiday packages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Beauty: </a:t>
            </a: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Cosmetics &amp; skincare brands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Photography: </a:t>
            </a: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Cameras &amp; editing apps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79" y="676656"/>
            <a:ext cx="111878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Segments</a:t>
            </a:r>
            <a:endParaRPr lang="en-US" sz="3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809095076"/>
              </p:ext>
            </p:extLst>
          </p:nvPr>
        </p:nvGraphicFramePr>
        <p:xfrm>
          <a:off x="640079" y="1783080"/>
          <a:ext cx="4770121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62600" y="1783080"/>
            <a:ext cx="6265333" cy="4709160"/>
          </a:xfrm>
          <a:prstGeom prst="roundRect">
            <a:avLst>
              <a:gd name="adj" fmla="val 1942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58% are Highly Engaged - a healthy, active core community, prime candidate to convert into creators.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Only 12% are Content Creators - a small group fuels most content; protect them.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13% are Active Consumers - prime candidates for first post campaign.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13% are Inactive Users - a real churn risk without intervention.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4% are Casual Consumers - periodic engagement with growth potential.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76656"/>
            <a:ext cx="110862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No Engagement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79" y="1920240"/>
            <a:ext cx="11086253" cy="1051560"/>
          </a:xfrm>
          <a:prstGeom prst="roundRect">
            <a:avLst>
              <a:gd name="adj" fmla="val 4878"/>
            </a:avLst>
          </a:prstGeom>
          <a:solidFill>
            <a:srgbClr val="FBEFF3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23 </a:t>
            </a:r>
            <a: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users have never liked a single post on the platform.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13 </a:t>
            </a:r>
            <a:r>
              <a:rPr lang="en-US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users are fully inactive - zero posts, likes, or comments.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48400" y="3107267"/>
            <a:ext cx="5477932" cy="3074077"/>
          </a:xfrm>
          <a:prstGeom prst="roundRect">
            <a:avLst>
              <a:gd name="adj" fmla="val 2952"/>
            </a:avLst>
          </a:prstGeom>
          <a:solidFill>
            <a:srgbClr val="F7F1FB"/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7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Suggested actions: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Personalized welcome campaign highlighting trending posts &amp; creators.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First-post incentive badge to spark initial activation.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Smart follow recommendations to build social connections.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Content discovery surfaced immediately after login.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10">
            <a:extLst>
              <a:ext uri="{FF2B5EF4-FFF2-40B4-BE49-F238E27FC236}">
                <a16:creationId xmlns:a16="http://schemas.microsoft.com/office/drawing/2014/main" id="{683EA8A0-5198-84C7-86A9-33316226AD9B}"/>
              </a:ext>
            </a:extLst>
          </p:cNvPr>
          <p:cNvSpPr/>
          <p:nvPr/>
        </p:nvSpPr>
        <p:spPr>
          <a:xfrm>
            <a:off x="640078" y="3107267"/>
            <a:ext cx="5455921" cy="3074077"/>
          </a:xfrm>
          <a:prstGeom prst="roundRect">
            <a:avLst>
              <a:gd name="adj" fmla="val 2952"/>
            </a:avLst>
          </a:prstGeom>
          <a:solidFill>
            <a:srgbClr val="F7F1FB"/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Possible causes:</a:t>
            </a:r>
            <a:endParaRPr lang="en-US" sz="16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New users who haven’t explored the platform yet.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6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Passive content consumers who scroll without interacting.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6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Dormant or abandoned accounts.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B78DDE-3409-4BA8-F749-47EFE32EAB09}"/>
              </a:ext>
            </a:extLst>
          </p:cNvPr>
          <p:cNvSpPr/>
          <p:nvPr/>
        </p:nvSpPr>
        <p:spPr>
          <a:xfrm>
            <a:off x="579121" y="1557867"/>
            <a:ext cx="5730240" cy="2319190"/>
          </a:xfrm>
          <a:prstGeom prst="roundRect">
            <a:avLst>
              <a:gd name="adj" fmla="val 2430"/>
            </a:avLst>
          </a:prstGeom>
          <a:solidFill>
            <a:srgbClr val="FBEFF3"/>
          </a:solidFill>
          <a:ln>
            <a:noFill/>
          </a:ln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Score and Rewards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Score formula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371600" cy="502920"/>
          </a:xfrm>
          <a:prstGeom prst="rect">
            <a:avLst/>
          </a:prstGeom>
          <a:solidFill>
            <a:srgbClr val="4A1D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1371600" cy="502920"/>
          </a:xfrm>
          <a:prstGeom prst="rect">
            <a:avLst/>
          </a:prstGeom>
          <a:solidFill>
            <a:srgbClr val="C235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383280" y="2011680"/>
            <a:ext cx="1097280" cy="502920"/>
          </a:xfrm>
          <a:prstGeom prst="rect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4480560" y="2011680"/>
            <a:ext cx="932688" cy="502920"/>
          </a:xfrm>
          <a:prstGeom prst="rect">
            <a:avLst/>
          </a:prstGeom>
          <a:solidFill>
            <a:srgbClr val="8856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5413248" y="2011680"/>
            <a:ext cx="548640" cy="502920"/>
          </a:xfrm>
          <a:prstGeom prst="rect">
            <a:avLst/>
          </a:prstGeom>
          <a:solidFill>
            <a:srgbClr val="E07A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5961888" y="2011680"/>
            <a:ext cx="164592" cy="502920"/>
          </a:xfrm>
          <a:prstGeom prst="rect">
            <a:avLst/>
          </a:prstGeom>
          <a:solidFill>
            <a:srgbClr val="F7B9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46304" cy="146304"/>
          </a:xfrm>
          <a:prstGeom prst="rect">
            <a:avLst/>
          </a:prstGeom>
          <a:solidFill>
            <a:srgbClr val="4A1D6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877824" y="2788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Comments received 25%</a:t>
            </a:r>
            <a:endParaRPr lang="en-US" sz="1030" b="1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146304" cy="146304"/>
          </a:xfrm>
          <a:prstGeom prst="rect">
            <a:avLst/>
          </a:prstGeom>
          <a:solidFill>
            <a:srgbClr val="C2356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3621024" y="2788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Comments made 25%</a:t>
            </a:r>
            <a:endParaRPr lang="en-US" sz="1030" b="1" dirty="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146304" cy="146304"/>
          </a:xfrm>
          <a:prstGeom prst="rect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877824" y="3118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Likes received 20%</a:t>
            </a:r>
            <a:endParaRPr lang="en-US" sz="1030" b="1" dirty="0"/>
          </a:p>
        </p:txBody>
      </p:sp>
      <p:sp>
        <p:nvSpPr>
          <p:cNvPr id="17" name="Shape 15"/>
          <p:cNvSpPr/>
          <p:nvPr/>
        </p:nvSpPr>
        <p:spPr>
          <a:xfrm>
            <a:off x="3383280" y="3163824"/>
            <a:ext cx="146304" cy="146304"/>
          </a:xfrm>
          <a:prstGeom prst="rect">
            <a:avLst/>
          </a:prstGeom>
          <a:solidFill>
            <a:srgbClr val="8856A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3621024" y="3118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Likes given 17%</a:t>
            </a:r>
            <a:endParaRPr lang="en-US" sz="1030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493008"/>
            <a:ext cx="146304" cy="146304"/>
          </a:xfrm>
          <a:prstGeom prst="rect">
            <a:avLst/>
          </a:prstGeom>
          <a:solidFill>
            <a:srgbClr val="E07A9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877824" y="3447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Posts 10%</a:t>
            </a:r>
            <a:endParaRPr lang="en-US" sz="1030" b="1" dirty="0"/>
          </a:p>
        </p:txBody>
      </p:sp>
      <p:sp>
        <p:nvSpPr>
          <p:cNvPr id="21" name="Shape 19"/>
          <p:cNvSpPr/>
          <p:nvPr/>
        </p:nvSpPr>
        <p:spPr>
          <a:xfrm>
            <a:off x="3383280" y="3493008"/>
            <a:ext cx="146304" cy="146304"/>
          </a:xfrm>
          <a:prstGeom prst="rect">
            <a:avLst/>
          </a:prstGeom>
          <a:solidFill>
            <a:srgbClr val="F7B96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3621024" y="3447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Followers 3%</a:t>
            </a:r>
            <a:endParaRPr lang="en-US" sz="1030" b="1" dirty="0"/>
          </a:p>
        </p:txBody>
      </p:sp>
      <p:sp>
        <p:nvSpPr>
          <p:cNvPr id="23" name="Text 21"/>
          <p:cNvSpPr/>
          <p:nvPr/>
        </p:nvSpPr>
        <p:spPr>
          <a:xfrm>
            <a:off x="579120" y="3977639"/>
            <a:ext cx="5730240" cy="1124711"/>
          </a:xfrm>
          <a:prstGeom prst="roundRect">
            <a:avLst>
              <a:gd name="adj" fmla="val 6833"/>
            </a:avLst>
          </a:prstGeom>
          <a:solidFill>
            <a:srgbClr val="FBEFF3"/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Comments outweigh likes - they take more effort and signal deeper engagement. Followers count for almost nothing, keeping the score about behaviour, not audience size.</a:t>
            </a:r>
            <a:endParaRPr lang="en-US" sz="1350" b="1" dirty="0"/>
          </a:p>
        </p:txBody>
      </p:sp>
      <p:sp>
        <p:nvSpPr>
          <p:cNvPr id="24" name="Shape 22"/>
          <p:cNvSpPr/>
          <p:nvPr/>
        </p:nvSpPr>
        <p:spPr>
          <a:xfrm>
            <a:off x="579121" y="5230368"/>
            <a:ext cx="5730237" cy="1124712"/>
          </a:xfrm>
          <a:prstGeom prst="roundRect">
            <a:avLst>
              <a:gd name="adj" fmla="val 6250"/>
            </a:avLst>
          </a:prstGeom>
          <a:solidFill>
            <a:srgbClr val="FBEFF3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169.76 </a:t>
            </a:r>
            <a:r>
              <a:rPr lang="en-US" sz="12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Eveline95’s loyalty score - 420 likes &amp; 329 comments received.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110.22 </a:t>
            </a:r>
            <a:r>
              <a:rPr lang="en-US" sz="12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Janelle.Nikolaus81’s score - 257 likes &amp; 257 comments given</a:t>
            </a:r>
            <a:r>
              <a:rPr lang="en-IN" sz="12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9265" y="1554480"/>
            <a:ext cx="5212082" cy="4800600"/>
          </a:xfrm>
          <a:prstGeom prst="roundRect">
            <a:avLst>
              <a:gd name="adj" fmla="val 1898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>
              <a:lnSpc>
                <a:spcPct val="118000"/>
              </a:lnSpc>
            </a:pPr>
            <a:r>
              <a:rPr lang="en-US" sz="22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rewards:</a:t>
            </a:r>
            <a:endParaRPr lang="en-US" sz="2200" dirty="0">
              <a:solidFill>
                <a:srgbClr val="2717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18000"/>
              </a:lnSpc>
            </a:pPr>
            <a:endParaRPr lang="en-US" sz="3500" dirty="0">
              <a:solidFill>
                <a:srgbClr val="2717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550" b="1" dirty="0">
                <a:solidFill>
                  <a:srgbClr val="27174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Verified badges &amp; featured explore-page placement for top creators.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550" b="1" dirty="0">
                <a:solidFill>
                  <a:srgbClr val="27174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Early access to new features and beta programs.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550" b="1" dirty="0">
                <a:solidFill>
                  <a:srgbClr val="27174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Brand partnership &amp; monetization opportunities.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550" b="1" dirty="0">
                <a:solidFill>
                  <a:srgbClr val="27174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Exclusive channel invites and priority stories for community contributors.</a:t>
            </a:r>
            <a:endParaRPr lang="en-US" sz="15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FAC803-2939-2F06-DE9E-D65557A4A05E}"/>
              </a:ext>
            </a:extLst>
          </p:cNvPr>
          <p:cNvSpPr/>
          <p:nvPr/>
        </p:nvSpPr>
        <p:spPr>
          <a:xfrm>
            <a:off x="457200" y="1557867"/>
            <a:ext cx="5952067" cy="2363080"/>
          </a:xfrm>
          <a:prstGeom prst="roundRect">
            <a:avLst>
              <a:gd name="adj" fmla="val 2694"/>
            </a:avLst>
          </a:prstGeom>
          <a:solidFill>
            <a:srgbClr val="FBEFF3"/>
          </a:solidFill>
          <a:ln>
            <a:noFill/>
          </a:ln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&amp; Brand Ambassadors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 Score formula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645920" cy="502920"/>
          </a:xfrm>
          <a:prstGeom prst="rect">
            <a:avLst/>
          </a:prstGeom>
          <a:solidFill>
            <a:srgbClr val="4A1D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2286000" y="2011680"/>
            <a:ext cx="1645920" cy="502920"/>
          </a:xfrm>
          <a:prstGeom prst="rect">
            <a:avLst/>
          </a:prstGeom>
          <a:solidFill>
            <a:srgbClr val="C235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931920" y="2011680"/>
            <a:ext cx="1097280" cy="502920"/>
          </a:xfrm>
          <a:prstGeom prst="rect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5029200" y="2011680"/>
            <a:ext cx="548640" cy="502920"/>
          </a:xfrm>
          <a:prstGeom prst="rect">
            <a:avLst/>
          </a:prstGeom>
          <a:solidFill>
            <a:srgbClr val="8856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5577840" y="2011680"/>
            <a:ext cx="274320" cy="502920"/>
          </a:xfrm>
          <a:prstGeom prst="rect">
            <a:avLst/>
          </a:prstGeom>
          <a:solidFill>
            <a:srgbClr val="E07A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5852160" y="2011680"/>
            <a:ext cx="274320" cy="502920"/>
          </a:xfrm>
          <a:prstGeom prst="rect">
            <a:avLst/>
          </a:prstGeom>
          <a:solidFill>
            <a:srgbClr val="F7B9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46304" cy="146304"/>
          </a:xfrm>
          <a:prstGeom prst="rect">
            <a:avLst/>
          </a:prstGeom>
          <a:solidFill>
            <a:srgbClr val="4A1D6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877824" y="2788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Followers 30%</a:t>
            </a:r>
            <a:endParaRPr lang="en-US" sz="1030" b="1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146304" cy="146304"/>
          </a:xfrm>
          <a:prstGeom prst="rect">
            <a:avLst/>
          </a:prstGeom>
          <a:solidFill>
            <a:srgbClr val="C2356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3621024" y="2788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Comments received 30%</a:t>
            </a:r>
            <a:endParaRPr lang="en-US" sz="1030" b="1" dirty="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146304" cy="146304"/>
          </a:xfrm>
          <a:prstGeom prst="rect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877824" y="3118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Likes received 20%</a:t>
            </a:r>
            <a:endParaRPr lang="en-US" sz="1030" b="1" dirty="0"/>
          </a:p>
        </p:txBody>
      </p:sp>
      <p:sp>
        <p:nvSpPr>
          <p:cNvPr id="17" name="Shape 15"/>
          <p:cNvSpPr/>
          <p:nvPr/>
        </p:nvSpPr>
        <p:spPr>
          <a:xfrm>
            <a:off x="3383280" y="3163824"/>
            <a:ext cx="146304" cy="146304"/>
          </a:xfrm>
          <a:prstGeom prst="rect">
            <a:avLst/>
          </a:prstGeom>
          <a:solidFill>
            <a:srgbClr val="8856A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3621024" y="3118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Posts created 10%</a:t>
            </a:r>
            <a:endParaRPr lang="en-US" sz="1030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493008"/>
            <a:ext cx="146304" cy="146304"/>
          </a:xfrm>
          <a:prstGeom prst="rect">
            <a:avLst/>
          </a:prstGeom>
          <a:solidFill>
            <a:srgbClr val="E07A9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877824" y="3447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Likes given 5%</a:t>
            </a:r>
            <a:endParaRPr lang="en-US" sz="1030" b="1" dirty="0"/>
          </a:p>
        </p:txBody>
      </p:sp>
      <p:sp>
        <p:nvSpPr>
          <p:cNvPr id="21" name="Shape 19"/>
          <p:cNvSpPr/>
          <p:nvPr/>
        </p:nvSpPr>
        <p:spPr>
          <a:xfrm>
            <a:off x="3383280" y="3493008"/>
            <a:ext cx="146304" cy="146304"/>
          </a:xfrm>
          <a:prstGeom prst="rect">
            <a:avLst/>
          </a:prstGeom>
          <a:solidFill>
            <a:srgbClr val="F7B96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3621024" y="3447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Comments made 5%</a:t>
            </a:r>
            <a:endParaRPr lang="en-US" sz="1030" b="1" dirty="0"/>
          </a:p>
        </p:txBody>
      </p:sp>
      <p:sp>
        <p:nvSpPr>
          <p:cNvPr id="23" name="Shape 21"/>
          <p:cNvSpPr/>
          <p:nvPr/>
        </p:nvSpPr>
        <p:spPr>
          <a:xfrm>
            <a:off x="457199" y="3977640"/>
            <a:ext cx="5952068" cy="1051560"/>
          </a:xfrm>
          <a:prstGeom prst="roundRect">
            <a:avLst>
              <a:gd name="adj" fmla="val 6452"/>
            </a:avLst>
          </a:prstGeom>
          <a:solidFill>
            <a:srgbClr val="FBEFF3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endParaRPr lang="en-US" sz="6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Across the board, follower counts barely vary (76-77). High engagement quality, not audience size separates real influencers from the rest.</a:t>
            </a:r>
            <a:endParaRPr lang="en-US" sz="1600" b="1" dirty="0"/>
          </a:p>
        </p:txBody>
      </p:sp>
      <p:sp>
        <p:nvSpPr>
          <p:cNvPr id="26" name="Text 24"/>
          <p:cNvSpPr/>
          <p:nvPr/>
        </p:nvSpPr>
        <p:spPr>
          <a:xfrm>
            <a:off x="457199" y="5085893"/>
            <a:ext cx="5952067" cy="1095451"/>
          </a:xfrm>
          <a:prstGeom prst="roundRect">
            <a:avLst>
              <a:gd name="adj" fmla="val 7952"/>
            </a:avLst>
          </a:prstGeom>
          <a:solidFill>
            <a:srgbClr val="FBEFF3"/>
          </a:solidFill>
          <a:ln/>
          <a:effectLst>
            <a:outerShdw blurRad="114300" dist="38100" dir="5400000" algn="ctr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Top-ranked influencer: </a:t>
            </a:r>
            <a:r>
              <a:rPr lang="en-US" sz="1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Meggie_Doyle with</a:t>
            </a:r>
            <a:r>
              <a:rPr lang="en-US" sz="1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75.00 engagement rate and 68.00 influencer score.</a:t>
            </a:r>
          </a:p>
        </p:txBody>
      </p:sp>
      <p:sp>
        <p:nvSpPr>
          <p:cNvPr id="27" name="Shape 25"/>
          <p:cNvSpPr/>
          <p:nvPr/>
        </p:nvSpPr>
        <p:spPr>
          <a:xfrm>
            <a:off x="6720840" y="1557867"/>
            <a:ext cx="4892040" cy="4623477"/>
          </a:xfrm>
          <a:prstGeom prst="roundRect">
            <a:avLst>
              <a:gd name="adj" fmla="val 1898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>
              <a:lnSpc>
                <a:spcPct val="118000"/>
              </a:lnSpc>
            </a:pPr>
            <a:r>
              <a:rPr lang="en-US" sz="22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collaborate:</a:t>
            </a:r>
            <a:endParaRPr lang="en-US" sz="2200" dirty="0">
              <a:solidFill>
                <a:srgbClr val="2717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18000"/>
              </a:lnSpc>
            </a:pPr>
            <a:endParaRPr lang="en-US" sz="2600" dirty="0">
              <a:solidFill>
                <a:srgbClr val="27174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performance - reward engagement and conversions, not follower count alone.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Co-created content - let influencers post in their own authentic style.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an ambassador program for the top 10-15 users by Ambassador Score.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271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ambassadors to pilot new features like Reels and hashtag challenges.</a:t>
            </a:r>
            <a:endParaRPr lang="en-US" sz="1600" b="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4"/>
          <p:cNvSpPr/>
          <p:nvPr/>
        </p:nvSpPr>
        <p:spPr>
          <a:xfrm>
            <a:off x="640079" y="1625600"/>
            <a:ext cx="10578254" cy="4592320"/>
          </a:xfrm>
          <a:prstGeom prst="roundRect">
            <a:avLst>
              <a:gd name="adj" fmla="val 4348"/>
            </a:avLst>
          </a:prstGeom>
          <a:solidFill>
            <a:srgbClr val="FBEFF3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clean foundation:</a:t>
            </a:r>
            <a:r>
              <a:rPr lang="en-US" sz="1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Zero NULLs, zero duplicates across all 7 tables - every insight here can be trusted.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Tagging has headroom:</a:t>
            </a:r>
            <a:r>
              <a:rPr lang="en-US" sz="1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Just 1.95 hashtags per post on average - room to boost discoverability.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Follows are reciprocal:</a:t>
            </a:r>
            <a:r>
              <a:rPr lang="en-US" sz="1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Many users follow back - a strong signal of genuine community building.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Quality beats volume:</a:t>
            </a:r>
            <a:r>
              <a:rPr lang="en-US" sz="1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Engagement per photo holds steady (~60-66) even as upload frequency rises.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#dreamy leads:</a:t>
            </a:r>
            <a:r>
              <a:rPr lang="en-US" sz="1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single best-performing hashtag at 35.75 average likes per post.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 engaged core:</a:t>
            </a:r>
            <a:r>
              <a:rPr lang="en-US" sz="1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58% of users are highly engaged; only 13% sit fully inactive.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71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79" y="1783080"/>
            <a:ext cx="5559553" cy="2272453"/>
          </a:xfrm>
          <a:prstGeom prst="roundRect">
            <a:avLst>
              <a:gd name="adj" fmla="val 3390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>
              <a:lnSpc>
                <a:spcPct val="120000"/>
              </a:lnSpc>
              <a:spcAft>
                <a:spcPts val="1000"/>
              </a:spcAft>
              <a:buSzPct val="100000"/>
            </a:pP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Content Strategy</a:t>
            </a:r>
            <a:endParaRPr lang="en-US" b="1" dirty="0"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Prioritize food, beauty &amp; photography content.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Launch weekly photography challenges.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Recommend hashtags to lift tagging rate.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4183092"/>
            <a:ext cx="5559552" cy="2309148"/>
          </a:xfrm>
          <a:prstGeom prst="roundRect">
            <a:avLst>
              <a:gd name="adj" fmla="val 3390"/>
            </a:avLst>
          </a:prstGeom>
          <a:solidFill>
            <a:srgbClr val="FBEFF3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>
              <a:lnSpc>
                <a:spcPct val="120000"/>
              </a:lnSpc>
              <a:spcAft>
                <a:spcPts val="1000"/>
              </a:spcAft>
              <a:buSzPct val="100000"/>
            </a:pP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 Targeting</a:t>
            </a:r>
            <a:endParaRPr lang="en-US" b="1" dirty="0"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Build interest-based audience segments.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Lead campaigns with top hashtags.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Time ads to peak-engagement hours.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364224" y="4183090"/>
            <a:ext cx="5559552" cy="2309149"/>
          </a:xfrm>
          <a:prstGeom prst="roundRect">
            <a:avLst>
              <a:gd name="adj" fmla="val 3390"/>
            </a:avLst>
          </a:prstGeom>
          <a:solidFill>
            <a:srgbClr val="F7F1FB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>
              <a:lnSpc>
                <a:spcPct val="120000"/>
              </a:lnSpc>
              <a:spcAft>
                <a:spcPts val="1000"/>
              </a:spcAft>
              <a:buSzPct val="100000"/>
            </a:pP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Retention</a:t>
            </a:r>
            <a:endParaRPr lang="en-US" b="1" dirty="0"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Personalized welcome campaigns.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First-post incentive badges.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Win-back pushes for inactive users.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364223" y="1783080"/>
            <a:ext cx="5559553" cy="2272453"/>
          </a:xfrm>
          <a:prstGeom prst="roundRect">
            <a:avLst>
              <a:gd name="adj" fmla="val 3390"/>
            </a:avLst>
          </a:prstGeom>
          <a:solidFill>
            <a:srgbClr val="FBEFF3"/>
          </a:solidFill>
          <a:ln/>
          <a:effectLst>
            <a:outerShdw blurRad="114300" dist="38100" dir="5400000" algn="bl" rotWithShape="0">
              <a:srgbClr val="33134E">
                <a:alpha val="14000"/>
              </a:srgbClr>
            </a:outerShdw>
          </a:effectLst>
        </p:spPr>
        <p:txBody>
          <a:bodyPr/>
          <a:lstStyle/>
          <a:p>
            <a:pPr algn="ctr">
              <a:lnSpc>
                <a:spcPct val="120000"/>
              </a:lnSpc>
              <a:spcAft>
                <a:spcPts val="1000"/>
              </a:spcAft>
              <a:buSzPct val="100000"/>
            </a:pP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Influencer Programs</a:t>
            </a:r>
            <a:endParaRPr lang="en-US" b="1" dirty="0"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Reward engagement, not just followers.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Co-created, authentic content.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Launch a top-tier ambassador program.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0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8"/>
          <p:cNvSpPr/>
          <p:nvPr/>
        </p:nvSpPr>
        <p:spPr>
          <a:xfrm>
            <a:off x="713232" y="781067"/>
            <a:ext cx="8038605" cy="42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400" b="1" kern="0" spc="200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</a:p>
          <a:p>
            <a:pPr>
              <a:lnSpc>
                <a:spcPct val="112000"/>
              </a:lnSpc>
            </a:pPr>
            <a:endParaRPr lang="en-US" sz="1400" b="1" dirty="0">
              <a:solidFill>
                <a:srgbClr val="F4EE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4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not audience size - is Instagram’s real currency.</a:t>
            </a:r>
          </a:p>
          <a:p>
            <a:pPr>
              <a:lnSpc>
                <a:spcPct val="112000"/>
              </a:lnSpc>
            </a:pPr>
            <a:endParaRPr lang="en-US" sz="1300" b="1" dirty="0">
              <a:solidFill>
                <a:srgbClr val="C9B8D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12000"/>
              </a:lnSpc>
            </a:pPr>
            <a:endParaRPr lang="en-US" sz="1300" b="1" dirty="0">
              <a:solidFill>
                <a:srgbClr val="C9B8D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1300" b="1" dirty="0">
                <a:solidFill>
                  <a:srgbClr val="C9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every question - loyalty, influence, ambassadors, hashtags - the same pattern holds: what users do consistently outweigh how many people follow them. Build the roadmap around behavior, and growth follows.</a:t>
            </a:r>
            <a:endParaRPr lang="en-US" sz="1300" b="1" dirty="0"/>
          </a:p>
        </p:txBody>
      </p:sp>
      <p:sp>
        <p:nvSpPr>
          <p:cNvPr id="13" name="Text 10"/>
          <p:cNvSpPr/>
          <p:nvPr/>
        </p:nvSpPr>
        <p:spPr>
          <a:xfrm>
            <a:off x="706797" y="5440680"/>
            <a:ext cx="5444815" cy="117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EEF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Thank You</a:t>
            </a:r>
          </a:p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Sumit Suprabhat Bhatia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 School SQL Project - January 2026 Batch</a:t>
            </a:r>
            <a:endParaRPr lang="en-US" sz="1200" dirty="0"/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6561075D-BF3C-63D0-4AB1-539D6E5B9F67}"/>
              </a:ext>
            </a:extLst>
          </p:cNvPr>
          <p:cNvSpPr/>
          <p:nvPr/>
        </p:nvSpPr>
        <p:spPr>
          <a:xfrm flipV="1">
            <a:off x="713232" y="5239800"/>
            <a:ext cx="8038605" cy="36000"/>
          </a:xfrm>
          <a:prstGeom prst="rect">
            <a:avLst/>
          </a:prstGeom>
          <a:solidFill>
            <a:srgbClr val="E8B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2D6E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B9DD51-143C-C69B-DAE4-06BE80E05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837" y="311901"/>
            <a:ext cx="3108351" cy="2187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554</TotalTime>
  <Words>1654</Words>
  <Application>Microsoft Office PowerPoint</Application>
  <PresentationFormat>Widescreen</PresentationFormat>
  <Paragraphs>210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Plus Jakarta Sans ExtraBold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Engagement &amp; Growth Analysis</dc:title>
  <dc:subject>PptxGenJS Presentation</dc:subject>
  <dc:creator>Sumit Suprabhat Bhatia</dc:creator>
  <cp:lastModifiedBy>Sumit Bhatia</cp:lastModifiedBy>
  <cp:revision>4</cp:revision>
  <dcterms:created xsi:type="dcterms:W3CDTF">2026-06-17T03:16:43Z</dcterms:created>
  <dcterms:modified xsi:type="dcterms:W3CDTF">2026-06-19T22:31:24Z</dcterms:modified>
</cp:coreProperties>
</file>